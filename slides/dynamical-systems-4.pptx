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3" r:id="rId5"/>
  </p:sldMasterIdLst>
  <p:notesMasterIdLst>
    <p:notesMasterId r:id="rId40"/>
  </p:notesMasterIdLst>
  <p:sldIdLst>
    <p:sldId id="274" r:id="rId6"/>
    <p:sldId id="275" r:id="rId7"/>
    <p:sldId id="306" r:id="rId8"/>
    <p:sldId id="282" r:id="rId9"/>
    <p:sldId id="308" r:id="rId10"/>
    <p:sldId id="309" r:id="rId11"/>
    <p:sldId id="310" r:id="rId12"/>
    <p:sldId id="311" r:id="rId13"/>
    <p:sldId id="321" r:id="rId14"/>
    <p:sldId id="323" r:id="rId15"/>
    <p:sldId id="324" r:id="rId16"/>
    <p:sldId id="334" r:id="rId17"/>
    <p:sldId id="336" r:id="rId18"/>
    <p:sldId id="345" r:id="rId19"/>
    <p:sldId id="338" r:id="rId20"/>
    <p:sldId id="339" r:id="rId21"/>
    <p:sldId id="346" r:id="rId22"/>
    <p:sldId id="341" r:id="rId23"/>
    <p:sldId id="347" r:id="rId24"/>
    <p:sldId id="343" r:id="rId25"/>
    <p:sldId id="342" r:id="rId26"/>
    <p:sldId id="348" r:id="rId27"/>
    <p:sldId id="344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7" r:id="rId36"/>
    <p:sldId id="358" r:id="rId37"/>
    <p:sldId id="359" r:id="rId38"/>
    <p:sldId id="36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927"/>
    <a:srgbClr val="DB9B61"/>
    <a:srgbClr val="C93943"/>
    <a:srgbClr val="FF00D9"/>
    <a:srgbClr val="9200FF"/>
    <a:srgbClr val="0053FF"/>
    <a:srgbClr val="02FF00"/>
    <a:srgbClr val="FFC102"/>
    <a:srgbClr val="80DB87"/>
    <a:srgbClr val="CC6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8C9FE-1EE3-4247-9E3B-EFC58D1F91B5}" v="1455" dt="2025-07-29T13:49:35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6288" autoAdjust="0"/>
  </p:normalViewPr>
  <p:slideViewPr>
    <p:cSldViewPr snapToGrid="0">
      <p:cViewPr varScale="1">
        <p:scale>
          <a:sx n="134" d="100"/>
          <a:sy n="134" d="100"/>
        </p:scale>
        <p:origin x="192" y="440"/>
      </p:cViewPr>
      <p:guideLst>
        <p:guide orient="horz" pos="1865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encia Iacaruso" userId="db210e3a-addc-4251-b750-5e071cccff1e" providerId="ADAL" clId="{B7C10916-015C-4A9B-8B0B-6CE9ED128C5A}"/>
    <pc:docChg chg="undo custSel delSld modSld">
      <pc:chgData name="Florencia Iacaruso" userId="db210e3a-addc-4251-b750-5e071cccff1e" providerId="ADAL" clId="{B7C10916-015C-4A9B-8B0B-6CE9ED128C5A}" dt="2023-01-20T13:58:25.416" v="262" actId="14100"/>
      <pc:docMkLst>
        <pc:docMk/>
      </pc:docMkLst>
      <pc:sldChg chg="modNotesTx">
        <pc:chgData name="Florencia Iacaruso" userId="db210e3a-addc-4251-b750-5e071cccff1e" providerId="ADAL" clId="{B7C10916-015C-4A9B-8B0B-6CE9ED128C5A}" dt="2023-01-20T09:53:31.984" v="204" actId="20577"/>
        <pc:sldMkLst>
          <pc:docMk/>
          <pc:sldMk cId="208316355" sldId="274"/>
        </pc:sldMkLst>
      </pc:sldChg>
      <pc:sldChg chg="addSp delSp modSp mod">
        <pc:chgData name="Florencia Iacaruso" userId="db210e3a-addc-4251-b750-5e071cccff1e" providerId="ADAL" clId="{B7C10916-015C-4A9B-8B0B-6CE9ED128C5A}" dt="2023-01-20T11:04:54.161" v="211" actId="1076"/>
        <pc:sldMkLst>
          <pc:docMk/>
          <pc:sldMk cId="2526859727" sldId="304"/>
        </pc:sldMkLst>
      </pc:sldChg>
      <pc:sldChg chg="modAnim modNotesTx">
        <pc:chgData name="Florencia Iacaruso" userId="db210e3a-addc-4251-b750-5e071cccff1e" providerId="ADAL" clId="{B7C10916-015C-4A9B-8B0B-6CE9ED128C5A}" dt="2023-01-20T11:07:09.571" v="216"/>
        <pc:sldMkLst>
          <pc:docMk/>
          <pc:sldMk cId="1958657394" sldId="328"/>
        </pc:sldMkLst>
      </pc:sldChg>
      <pc:sldChg chg="delSp mod delAnim">
        <pc:chgData name="Florencia Iacaruso" userId="db210e3a-addc-4251-b750-5e071cccff1e" providerId="ADAL" clId="{B7C10916-015C-4A9B-8B0B-6CE9ED128C5A}" dt="2023-01-20T11:07:41.747" v="217" actId="478"/>
        <pc:sldMkLst>
          <pc:docMk/>
          <pc:sldMk cId="1031165806" sldId="339"/>
        </pc:sldMkLst>
      </pc:sldChg>
      <pc:sldChg chg="modSp mod modAnim">
        <pc:chgData name="Florencia Iacaruso" userId="db210e3a-addc-4251-b750-5e071cccff1e" providerId="ADAL" clId="{B7C10916-015C-4A9B-8B0B-6CE9ED128C5A}" dt="2023-01-20T11:11:50.873" v="232"/>
        <pc:sldMkLst>
          <pc:docMk/>
          <pc:sldMk cId="1903331961" sldId="352"/>
        </pc:sldMkLst>
      </pc:sldChg>
      <pc:sldChg chg="modNotesTx">
        <pc:chgData name="Florencia Iacaruso" userId="db210e3a-addc-4251-b750-5e071cccff1e" providerId="ADAL" clId="{B7C10916-015C-4A9B-8B0B-6CE9ED128C5A}" dt="2023-01-20T11:10:42.168" v="226" actId="20577"/>
        <pc:sldMkLst>
          <pc:docMk/>
          <pc:sldMk cId="3972952381" sldId="357"/>
        </pc:sldMkLst>
      </pc:sldChg>
      <pc:sldChg chg="modNotesTx">
        <pc:chgData name="Florencia Iacaruso" userId="db210e3a-addc-4251-b750-5e071cccff1e" providerId="ADAL" clId="{B7C10916-015C-4A9B-8B0B-6CE9ED128C5A}" dt="2023-01-20T11:12:55.576" v="233" actId="20577"/>
        <pc:sldMkLst>
          <pc:docMk/>
          <pc:sldMk cId="1784455202" sldId="358"/>
        </pc:sldMkLst>
      </pc:sldChg>
      <pc:sldChg chg="addSp delSp modSp mod delAnim modAnim">
        <pc:chgData name="Florencia Iacaruso" userId="db210e3a-addc-4251-b750-5e071cccff1e" providerId="ADAL" clId="{B7C10916-015C-4A9B-8B0B-6CE9ED128C5A}" dt="2023-01-20T13:58:25.416" v="262" actId="14100"/>
        <pc:sldMkLst>
          <pc:docMk/>
          <pc:sldMk cId="3439266705" sldId="363"/>
        </pc:sldMkLst>
      </pc:sldChg>
      <pc:sldChg chg="addSp modSp mod modNotesTx">
        <pc:chgData name="Florencia Iacaruso" userId="db210e3a-addc-4251-b750-5e071cccff1e" providerId="ADAL" clId="{B7C10916-015C-4A9B-8B0B-6CE9ED128C5A}" dt="2023-01-19T15:17:28.480" v="154" actId="14100"/>
        <pc:sldMkLst>
          <pc:docMk/>
          <pc:sldMk cId="2904150400" sldId="382"/>
        </pc:sldMkLst>
      </pc:sldChg>
      <pc:sldChg chg="addSp delSp modSp mod">
        <pc:chgData name="Florencia Iacaruso" userId="db210e3a-addc-4251-b750-5e071cccff1e" providerId="ADAL" clId="{B7C10916-015C-4A9B-8B0B-6CE9ED128C5A}" dt="2023-01-19T15:18:31.256" v="174" actId="478"/>
        <pc:sldMkLst>
          <pc:docMk/>
          <pc:sldMk cId="2867721865" sldId="388"/>
        </pc:sldMkLst>
      </pc:sldChg>
      <pc:sldChg chg="del">
        <pc:chgData name="Florencia Iacaruso" userId="db210e3a-addc-4251-b750-5e071cccff1e" providerId="ADAL" clId="{B7C10916-015C-4A9B-8B0B-6CE9ED128C5A}" dt="2023-01-19T15:20:42.786" v="175" actId="47"/>
        <pc:sldMkLst>
          <pc:docMk/>
          <pc:sldMk cId="837521292" sldId="416"/>
        </pc:sldMkLst>
      </pc:sldChg>
      <pc:sldChg chg="addSp modSp mod modAnim modNotesTx">
        <pc:chgData name="Florencia Iacaruso" userId="db210e3a-addc-4251-b750-5e071cccff1e" providerId="ADAL" clId="{B7C10916-015C-4A9B-8B0B-6CE9ED128C5A}" dt="2023-01-20T12:03:37.784" v="259" actId="20577"/>
        <pc:sldMkLst>
          <pc:docMk/>
          <pc:sldMk cId="1261790035" sldId="446"/>
        </pc:sldMkLst>
      </pc:sldChg>
      <pc:sldChg chg="modSp">
        <pc:chgData name="Florencia Iacaruso" userId="db210e3a-addc-4251-b750-5e071cccff1e" providerId="ADAL" clId="{B7C10916-015C-4A9B-8B0B-6CE9ED128C5A}" dt="2023-01-19T15:00:31.312" v="85" actId="20577"/>
        <pc:sldMkLst>
          <pc:docMk/>
          <pc:sldMk cId="2123900882" sldId="457"/>
        </pc:sldMkLst>
      </pc:sldChg>
    </pc:docChg>
  </pc:docChgLst>
  <pc:docChgLst>
    <pc:chgData name="Antonin Blot" userId="8a366b6c-3b28-4e73-bf51-dbb9763ad534" providerId="ADAL" clId="{FE88C9FE-1EE3-4247-9E3B-EFC58D1F91B5}"/>
    <pc:docChg chg="undo custSel addSld delSld modSld">
      <pc:chgData name="Antonin Blot" userId="8a366b6c-3b28-4e73-bf51-dbb9763ad534" providerId="ADAL" clId="{FE88C9FE-1EE3-4247-9E3B-EFC58D1F91B5}" dt="2025-07-29T13:51:15.114" v="3209" actId="58"/>
      <pc:docMkLst>
        <pc:docMk/>
      </pc:docMkLst>
      <pc:sldChg chg="del">
        <pc:chgData name="Antonin Blot" userId="8a366b6c-3b28-4e73-bf51-dbb9763ad534" providerId="ADAL" clId="{FE88C9FE-1EE3-4247-9E3B-EFC58D1F91B5}" dt="2025-07-27T08:11:28.536" v="43" actId="2696"/>
        <pc:sldMkLst>
          <pc:docMk/>
          <pc:sldMk cId="0" sldId="266"/>
        </pc:sldMkLst>
      </pc:sldChg>
      <pc:sldChg chg="del">
        <pc:chgData name="Antonin Blot" userId="8a366b6c-3b28-4e73-bf51-dbb9763ad534" providerId="ADAL" clId="{FE88C9FE-1EE3-4247-9E3B-EFC58D1F91B5}" dt="2025-07-27T08:11:28.548" v="44" actId="2696"/>
        <pc:sldMkLst>
          <pc:docMk/>
          <pc:sldMk cId="0" sldId="268"/>
        </pc:sldMkLst>
      </pc:sldChg>
      <pc:sldChg chg="del">
        <pc:chgData name="Antonin Blot" userId="8a366b6c-3b28-4e73-bf51-dbb9763ad534" providerId="ADAL" clId="{FE88C9FE-1EE3-4247-9E3B-EFC58D1F91B5}" dt="2025-07-27T08:11:28.492" v="40" actId="2696"/>
        <pc:sldMkLst>
          <pc:docMk/>
          <pc:sldMk cId="0" sldId="273"/>
        </pc:sldMkLst>
      </pc:sldChg>
      <pc:sldChg chg="modSp mod">
        <pc:chgData name="Antonin Blot" userId="8a366b6c-3b28-4e73-bf51-dbb9763ad534" providerId="ADAL" clId="{FE88C9FE-1EE3-4247-9E3B-EFC58D1F91B5}" dt="2025-07-27T08:08:40.736" v="17" actId="20577"/>
        <pc:sldMkLst>
          <pc:docMk/>
          <pc:sldMk cId="208316355" sldId="274"/>
        </pc:sldMkLst>
        <pc:spChg chg="mod">
          <ac:chgData name="Antonin Blot" userId="8a366b6c-3b28-4e73-bf51-dbb9763ad534" providerId="ADAL" clId="{FE88C9FE-1EE3-4247-9E3B-EFC58D1F91B5}" dt="2025-07-27T08:01:53.813" v="13" actId="20577"/>
          <ac:spMkLst>
            <pc:docMk/>
            <pc:sldMk cId="208316355" sldId="274"/>
            <ac:spMk id="2" creationId="{D15F130A-F598-BD12-03C2-07096BC9E56E}"/>
          </ac:spMkLst>
        </pc:spChg>
        <pc:spChg chg="mod">
          <ac:chgData name="Antonin Blot" userId="8a366b6c-3b28-4e73-bf51-dbb9763ad534" providerId="ADAL" clId="{FE88C9FE-1EE3-4247-9E3B-EFC58D1F91B5}" dt="2025-07-27T08:08:40.736" v="17" actId="20577"/>
          <ac:spMkLst>
            <pc:docMk/>
            <pc:sldMk cId="208316355" sldId="274"/>
            <ac:spMk id="9" creationId="{862EDA4F-445F-2B41-95C3-AFA205FF520C}"/>
          </ac:spMkLst>
        </pc:spChg>
      </pc:sldChg>
      <pc:sldChg chg="modSp mod">
        <pc:chgData name="Antonin Blot" userId="8a366b6c-3b28-4e73-bf51-dbb9763ad534" providerId="ADAL" clId="{FE88C9FE-1EE3-4247-9E3B-EFC58D1F91B5}" dt="2025-07-28T22:39:20.442" v="1419" actId="20577"/>
        <pc:sldMkLst>
          <pc:docMk/>
          <pc:sldMk cId="793706913" sldId="275"/>
        </pc:sldMkLst>
        <pc:spChg chg="mod">
          <ac:chgData name="Antonin Blot" userId="8a366b6c-3b28-4e73-bf51-dbb9763ad534" providerId="ADAL" clId="{FE88C9FE-1EE3-4247-9E3B-EFC58D1F91B5}" dt="2025-07-27T08:09:43.756" v="24" actId="20577"/>
          <ac:spMkLst>
            <pc:docMk/>
            <pc:sldMk cId="793706913" sldId="275"/>
            <ac:spMk id="2" creationId="{BFE4E19A-F16F-3ECB-7EA5-96B13670ED04}"/>
          </ac:spMkLst>
        </pc:spChg>
        <pc:spChg chg="mod">
          <ac:chgData name="Antonin Blot" userId="8a366b6c-3b28-4e73-bf51-dbb9763ad534" providerId="ADAL" clId="{FE88C9FE-1EE3-4247-9E3B-EFC58D1F91B5}" dt="2025-07-28T22:39:20.442" v="1419" actId="20577"/>
          <ac:spMkLst>
            <pc:docMk/>
            <pc:sldMk cId="793706913" sldId="275"/>
            <ac:spMk id="3" creationId="{A1296F15-79BA-7416-EEFD-4D97D61ACC4E}"/>
          </ac:spMkLst>
        </pc:spChg>
      </pc:sldChg>
      <pc:sldChg chg="del">
        <pc:chgData name="Antonin Blot" userId="8a366b6c-3b28-4e73-bf51-dbb9763ad534" providerId="ADAL" clId="{FE88C9FE-1EE3-4247-9E3B-EFC58D1F91B5}" dt="2025-07-27T08:11:28.515" v="41" actId="2696"/>
        <pc:sldMkLst>
          <pc:docMk/>
          <pc:sldMk cId="0" sldId="298"/>
        </pc:sldMkLst>
      </pc:sldChg>
      <pc:sldChg chg="del">
        <pc:chgData name="Antonin Blot" userId="8a366b6c-3b28-4e73-bf51-dbb9763ad534" providerId="ADAL" clId="{FE88C9FE-1EE3-4247-9E3B-EFC58D1F91B5}" dt="2025-07-27T08:11:28.488" v="39" actId="2696"/>
        <pc:sldMkLst>
          <pc:docMk/>
          <pc:sldMk cId="0" sldId="305"/>
        </pc:sldMkLst>
      </pc:sldChg>
      <pc:sldChg chg="modSp mod">
        <pc:chgData name="Antonin Blot" userId="8a366b6c-3b28-4e73-bf51-dbb9763ad534" providerId="ADAL" clId="{FE88C9FE-1EE3-4247-9E3B-EFC58D1F91B5}" dt="2025-07-27T08:12:23.786" v="74" actId="20577"/>
        <pc:sldMkLst>
          <pc:docMk/>
          <pc:sldMk cId="1363253885" sldId="311"/>
        </pc:sldMkLst>
        <pc:spChg chg="mod">
          <ac:chgData name="Antonin Blot" userId="8a366b6c-3b28-4e73-bf51-dbb9763ad534" providerId="ADAL" clId="{FE88C9FE-1EE3-4247-9E3B-EFC58D1F91B5}" dt="2025-07-27T08:12:23.786" v="74" actId="20577"/>
          <ac:spMkLst>
            <pc:docMk/>
            <pc:sldMk cId="1363253885" sldId="311"/>
            <ac:spMk id="2" creationId="{E0AD5206-5D64-6B97-B1DE-12DC41B99E84}"/>
          </ac:spMkLst>
        </pc:spChg>
      </pc:sldChg>
      <pc:sldChg chg="del">
        <pc:chgData name="Antonin Blot" userId="8a366b6c-3b28-4e73-bf51-dbb9763ad534" providerId="ADAL" clId="{FE88C9FE-1EE3-4247-9E3B-EFC58D1F91B5}" dt="2025-07-27T08:12:01.863" v="45" actId="2696"/>
        <pc:sldMkLst>
          <pc:docMk/>
          <pc:sldMk cId="1517505212" sldId="312"/>
        </pc:sldMkLst>
      </pc:sldChg>
      <pc:sldChg chg="del">
        <pc:chgData name="Antonin Blot" userId="8a366b6c-3b28-4e73-bf51-dbb9763ad534" providerId="ADAL" clId="{FE88C9FE-1EE3-4247-9E3B-EFC58D1F91B5}" dt="2025-07-27T08:12:01.934" v="52" actId="2696"/>
        <pc:sldMkLst>
          <pc:docMk/>
          <pc:sldMk cId="3330901714" sldId="313"/>
        </pc:sldMkLst>
      </pc:sldChg>
      <pc:sldChg chg="del">
        <pc:chgData name="Antonin Blot" userId="8a366b6c-3b28-4e73-bf51-dbb9763ad534" providerId="ADAL" clId="{FE88C9FE-1EE3-4247-9E3B-EFC58D1F91B5}" dt="2025-07-27T08:12:01.864" v="46" actId="2696"/>
        <pc:sldMkLst>
          <pc:docMk/>
          <pc:sldMk cId="3880628134" sldId="314"/>
        </pc:sldMkLst>
      </pc:sldChg>
      <pc:sldChg chg="del">
        <pc:chgData name="Antonin Blot" userId="8a366b6c-3b28-4e73-bf51-dbb9763ad534" providerId="ADAL" clId="{FE88C9FE-1EE3-4247-9E3B-EFC58D1F91B5}" dt="2025-07-27T08:12:01.898" v="50" actId="2696"/>
        <pc:sldMkLst>
          <pc:docMk/>
          <pc:sldMk cId="1162497234" sldId="315"/>
        </pc:sldMkLst>
      </pc:sldChg>
      <pc:sldChg chg="del">
        <pc:chgData name="Antonin Blot" userId="8a366b6c-3b28-4e73-bf51-dbb9763ad534" providerId="ADAL" clId="{FE88C9FE-1EE3-4247-9E3B-EFC58D1F91B5}" dt="2025-07-27T08:12:01.866" v="48" actId="2696"/>
        <pc:sldMkLst>
          <pc:docMk/>
          <pc:sldMk cId="1505204998" sldId="316"/>
        </pc:sldMkLst>
      </pc:sldChg>
      <pc:sldChg chg="del">
        <pc:chgData name="Antonin Blot" userId="8a366b6c-3b28-4e73-bf51-dbb9763ad534" providerId="ADAL" clId="{FE88C9FE-1EE3-4247-9E3B-EFC58D1F91B5}" dt="2025-07-27T08:12:01.942" v="53" actId="2696"/>
        <pc:sldMkLst>
          <pc:docMk/>
          <pc:sldMk cId="745961780" sldId="317"/>
        </pc:sldMkLst>
      </pc:sldChg>
      <pc:sldChg chg="del">
        <pc:chgData name="Antonin Blot" userId="8a366b6c-3b28-4e73-bf51-dbb9763ad534" providerId="ADAL" clId="{FE88C9FE-1EE3-4247-9E3B-EFC58D1F91B5}" dt="2025-07-27T08:12:01.867" v="49" actId="2696"/>
        <pc:sldMkLst>
          <pc:docMk/>
          <pc:sldMk cId="3420412840" sldId="318"/>
        </pc:sldMkLst>
      </pc:sldChg>
      <pc:sldChg chg="del">
        <pc:chgData name="Antonin Blot" userId="8a366b6c-3b28-4e73-bf51-dbb9763ad534" providerId="ADAL" clId="{FE88C9FE-1EE3-4247-9E3B-EFC58D1F91B5}" dt="2025-07-27T08:12:01.865" v="47" actId="2696"/>
        <pc:sldMkLst>
          <pc:docMk/>
          <pc:sldMk cId="363912357" sldId="319"/>
        </pc:sldMkLst>
      </pc:sldChg>
      <pc:sldChg chg="del">
        <pc:chgData name="Antonin Blot" userId="8a366b6c-3b28-4e73-bf51-dbb9763ad534" providerId="ADAL" clId="{FE88C9FE-1EE3-4247-9E3B-EFC58D1F91B5}" dt="2025-07-27T08:12:01.899" v="51" actId="2696"/>
        <pc:sldMkLst>
          <pc:docMk/>
          <pc:sldMk cId="3456110904" sldId="320"/>
        </pc:sldMkLst>
      </pc:sldChg>
      <pc:sldChg chg="addSp delSp modSp mod">
        <pc:chgData name="Antonin Blot" userId="8a366b6c-3b28-4e73-bf51-dbb9763ad534" providerId="ADAL" clId="{FE88C9FE-1EE3-4247-9E3B-EFC58D1F91B5}" dt="2025-07-27T08:13:36.064" v="139" actId="20577"/>
        <pc:sldMkLst>
          <pc:docMk/>
          <pc:sldMk cId="3204508472" sldId="321"/>
        </pc:sldMkLst>
        <pc:spChg chg="mod">
          <ac:chgData name="Antonin Blot" userId="8a366b6c-3b28-4e73-bf51-dbb9763ad534" providerId="ADAL" clId="{FE88C9FE-1EE3-4247-9E3B-EFC58D1F91B5}" dt="2025-07-27T08:12:35.747" v="91" actId="20577"/>
          <ac:spMkLst>
            <pc:docMk/>
            <pc:sldMk cId="3204508472" sldId="321"/>
            <ac:spMk id="2" creationId="{4FE336A8-04A4-C8D7-F8A0-D4C97948CA35}"/>
          </ac:spMkLst>
        </pc:spChg>
        <pc:spChg chg="mod">
          <ac:chgData name="Antonin Blot" userId="8a366b6c-3b28-4e73-bf51-dbb9763ad534" providerId="ADAL" clId="{FE88C9FE-1EE3-4247-9E3B-EFC58D1F91B5}" dt="2025-07-27T08:13:36.064" v="139" actId="20577"/>
          <ac:spMkLst>
            <pc:docMk/>
            <pc:sldMk cId="3204508472" sldId="321"/>
            <ac:spMk id="5" creationId="{53C39D97-AF01-2C76-01EA-FD445C13901F}"/>
          </ac:spMkLst>
        </pc:spChg>
        <pc:picChg chg="add mod">
          <ac:chgData name="Antonin Blot" userId="8a366b6c-3b28-4e73-bf51-dbb9763ad534" providerId="ADAL" clId="{FE88C9FE-1EE3-4247-9E3B-EFC58D1F91B5}" dt="2025-07-27T08:13:32.941" v="138" actId="167"/>
          <ac:picMkLst>
            <pc:docMk/>
            <pc:sldMk cId="3204508472" sldId="321"/>
            <ac:picMk id="3" creationId="{B86D60E5-AC04-7E59-2882-A6AB594BB97E}"/>
          </ac:picMkLst>
        </pc:picChg>
      </pc:sldChg>
      <pc:sldChg chg="del">
        <pc:chgData name="Antonin Blot" userId="8a366b6c-3b28-4e73-bf51-dbb9763ad534" providerId="ADAL" clId="{FE88C9FE-1EE3-4247-9E3B-EFC58D1F91B5}" dt="2025-07-27T08:13:40.131" v="140" actId="2696"/>
        <pc:sldMkLst>
          <pc:docMk/>
          <pc:sldMk cId="2431526326" sldId="322"/>
        </pc:sldMkLst>
      </pc:sldChg>
      <pc:sldChg chg="del">
        <pc:chgData name="Antonin Blot" userId="8a366b6c-3b28-4e73-bf51-dbb9763ad534" providerId="ADAL" clId="{FE88C9FE-1EE3-4247-9E3B-EFC58D1F91B5}" dt="2025-07-27T08:13:54.076" v="141" actId="2696"/>
        <pc:sldMkLst>
          <pc:docMk/>
          <pc:sldMk cId="3239057090" sldId="325"/>
        </pc:sldMkLst>
      </pc:sldChg>
      <pc:sldChg chg="del">
        <pc:chgData name="Antonin Blot" userId="8a366b6c-3b28-4e73-bf51-dbb9763ad534" providerId="ADAL" clId="{FE88C9FE-1EE3-4247-9E3B-EFC58D1F91B5}" dt="2025-07-27T08:15:22.044" v="146" actId="2696"/>
        <pc:sldMkLst>
          <pc:docMk/>
          <pc:sldMk cId="4219155909" sldId="326"/>
        </pc:sldMkLst>
      </pc:sldChg>
      <pc:sldChg chg="del">
        <pc:chgData name="Antonin Blot" userId="8a366b6c-3b28-4e73-bf51-dbb9763ad534" providerId="ADAL" clId="{FE88C9FE-1EE3-4247-9E3B-EFC58D1F91B5}" dt="2025-07-27T08:14:51.159" v="142" actId="2696"/>
        <pc:sldMkLst>
          <pc:docMk/>
          <pc:sldMk cId="2297865677" sldId="327"/>
        </pc:sldMkLst>
      </pc:sldChg>
      <pc:sldChg chg="del">
        <pc:chgData name="Antonin Blot" userId="8a366b6c-3b28-4e73-bf51-dbb9763ad534" providerId="ADAL" clId="{FE88C9FE-1EE3-4247-9E3B-EFC58D1F91B5}" dt="2025-07-27T08:15:22.046" v="147" actId="2696"/>
        <pc:sldMkLst>
          <pc:docMk/>
          <pc:sldMk cId="119629375" sldId="328"/>
        </pc:sldMkLst>
      </pc:sldChg>
      <pc:sldChg chg="del">
        <pc:chgData name="Antonin Blot" userId="8a366b6c-3b28-4e73-bf51-dbb9763ad534" providerId="ADAL" clId="{FE88C9FE-1EE3-4247-9E3B-EFC58D1F91B5}" dt="2025-07-27T08:15:22.048" v="148" actId="2696"/>
        <pc:sldMkLst>
          <pc:docMk/>
          <pc:sldMk cId="3833470819" sldId="329"/>
        </pc:sldMkLst>
      </pc:sldChg>
      <pc:sldChg chg="del">
        <pc:chgData name="Antonin Blot" userId="8a366b6c-3b28-4e73-bf51-dbb9763ad534" providerId="ADAL" clId="{FE88C9FE-1EE3-4247-9E3B-EFC58D1F91B5}" dt="2025-07-27T08:14:51.164" v="143" actId="2696"/>
        <pc:sldMkLst>
          <pc:docMk/>
          <pc:sldMk cId="3895508651" sldId="330"/>
        </pc:sldMkLst>
      </pc:sldChg>
      <pc:sldChg chg="del">
        <pc:chgData name="Antonin Blot" userId="8a366b6c-3b28-4e73-bf51-dbb9763ad534" providerId="ADAL" clId="{FE88C9FE-1EE3-4247-9E3B-EFC58D1F91B5}" dt="2025-07-27T08:11:28.516" v="42" actId="2696"/>
        <pc:sldMkLst>
          <pc:docMk/>
          <pc:sldMk cId="2023161500" sldId="331"/>
        </pc:sldMkLst>
      </pc:sldChg>
      <pc:sldChg chg="del">
        <pc:chgData name="Antonin Blot" userId="8a366b6c-3b28-4e73-bf51-dbb9763ad534" providerId="ADAL" clId="{FE88C9FE-1EE3-4247-9E3B-EFC58D1F91B5}" dt="2025-07-27T08:11:28.484" v="38" actId="2696"/>
        <pc:sldMkLst>
          <pc:docMk/>
          <pc:sldMk cId="1571169439" sldId="332"/>
        </pc:sldMkLst>
      </pc:sldChg>
      <pc:sldChg chg="del">
        <pc:chgData name="Antonin Blot" userId="8a366b6c-3b28-4e73-bf51-dbb9763ad534" providerId="ADAL" clId="{FE88C9FE-1EE3-4247-9E3B-EFC58D1F91B5}" dt="2025-07-27T08:14:51.169" v="144" actId="2696"/>
        <pc:sldMkLst>
          <pc:docMk/>
          <pc:sldMk cId="1741760401" sldId="333"/>
        </pc:sldMkLst>
      </pc:sldChg>
      <pc:sldChg chg="addSp delSp modSp mod">
        <pc:chgData name="Antonin Blot" userId="8a366b6c-3b28-4e73-bf51-dbb9763ad534" providerId="ADAL" clId="{FE88C9FE-1EE3-4247-9E3B-EFC58D1F91B5}" dt="2025-07-27T08:16:48.428" v="164" actId="478"/>
        <pc:sldMkLst>
          <pc:docMk/>
          <pc:sldMk cId="2285139089" sldId="334"/>
        </pc:sldMkLst>
        <pc:spChg chg="add mod">
          <ac:chgData name="Antonin Blot" userId="8a366b6c-3b28-4e73-bf51-dbb9763ad534" providerId="ADAL" clId="{FE88C9FE-1EE3-4247-9E3B-EFC58D1F91B5}" dt="2025-07-27T08:16:41.520" v="162"/>
          <ac:spMkLst>
            <pc:docMk/>
            <pc:sldMk cId="2285139089" sldId="334"/>
            <ac:spMk id="3" creationId="{767C0D6E-DA29-A80F-988F-B19D979C00B9}"/>
          </ac:spMkLst>
        </pc:spChg>
      </pc:sldChg>
      <pc:sldChg chg="del">
        <pc:chgData name="Antonin Blot" userId="8a366b6c-3b28-4e73-bf51-dbb9763ad534" providerId="ADAL" clId="{FE88C9FE-1EE3-4247-9E3B-EFC58D1F91B5}" dt="2025-07-27T08:15:22.042" v="145" actId="2696"/>
        <pc:sldMkLst>
          <pc:docMk/>
          <pc:sldMk cId="11888808" sldId="335"/>
        </pc:sldMkLst>
      </pc:sldChg>
      <pc:sldChg chg="addSp delSp modSp new del mod">
        <pc:chgData name="Antonin Blot" userId="8a366b6c-3b28-4e73-bf51-dbb9763ad534" providerId="ADAL" clId="{FE88C9FE-1EE3-4247-9E3B-EFC58D1F91B5}" dt="2025-07-27T08:17:07.091" v="168" actId="2696"/>
        <pc:sldMkLst>
          <pc:docMk/>
          <pc:sldMk cId="2028458915" sldId="335"/>
        </pc:sldMkLst>
      </pc:sldChg>
      <pc:sldChg chg="addSp delSp modSp add mod">
        <pc:chgData name="Antonin Blot" userId="8a366b6c-3b28-4e73-bf51-dbb9763ad534" providerId="ADAL" clId="{FE88C9FE-1EE3-4247-9E3B-EFC58D1F91B5}" dt="2025-07-28T22:41:41.096" v="1421" actId="478"/>
        <pc:sldMkLst>
          <pc:docMk/>
          <pc:sldMk cId="3270835204" sldId="336"/>
        </pc:sldMkLst>
        <pc:spChg chg="add mod">
          <ac:chgData name="Antonin Blot" userId="8a366b6c-3b28-4e73-bf51-dbb9763ad534" providerId="ADAL" clId="{FE88C9FE-1EE3-4247-9E3B-EFC58D1F91B5}" dt="2025-07-27T08:27:15.087" v="425" actId="1076"/>
          <ac:spMkLst>
            <pc:docMk/>
            <pc:sldMk cId="3270835204" sldId="336"/>
            <ac:spMk id="2" creationId="{BF79BB44-3C77-B824-A961-497B1FA60AEC}"/>
          </ac:spMkLst>
        </pc:spChg>
        <pc:spChg chg="mod">
          <ac:chgData name="Antonin Blot" userId="8a366b6c-3b28-4e73-bf51-dbb9763ad534" providerId="ADAL" clId="{FE88C9FE-1EE3-4247-9E3B-EFC58D1F91B5}" dt="2025-07-27T08:17:28.775" v="206" actId="20577"/>
          <ac:spMkLst>
            <pc:docMk/>
            <pc:sldMk cId="3270835204" sldId="336"/>
            <ac:spMk id="3" creationId="{37638914-0317-1157-2BF6-62924A4598BA}"/>
          </ac:spMkLst>
        </pc:spChg>
        <pc:spChg chg="add mod">
          <ac:chgData name="Antonin Blot" userId="8a366b6c-3b28-4e73-bf51-dbb9763ad534" providerId="ADAL" clId="{FE88C9FE-1EE3-4247-9E3B-EFC58D1F91B5}" dt="2025-07-27T08:27:15.087" v="425" actId="1076"/>
          <ac:spMkLst>
            <pc:docMk/>
            <pc:sldMk cId="3270835204" sldId="336"/>
            <ac:spMk id="4" creationId="{168C22FA-178B-923B-02C0-075FE76A2587}"/>
          </ac:spMkLst>
        </pc:spChg>
        <pc:spChg chg="add del mod">
          <ac:chgData name="Antonin Blot" userId="8a366b6c-3b28-4e73-bf51-dbb9763ad534" providerId="ADAL" clId="{FE88C9FE-1EE3-4247-9E3B-EFC58D1F91B5}" dt="2025-07-28T22:41:41.096" v="1421" actId="478"/>
          <ac:spMkLst>
            <pc:docMk/>
            <pc:sldMk cId="3270835204" sldId="336"/>
            <ac:spMk id="5" creationId="{755E600F-FBF0-C17B-FD9F-D011BEE0C60B}"/>
          </ac:spMkLst>
        </pc:spChg>
      </pc:sldChg>
      <pc:sldChg chg="new del">
        <pc:chgData name="Antonin Blot" userId="8a366b6c-3b28-4e73-bf51-dbb9763ad534" providerId="ADAL" clId="{FE88C9FE-1EE3-4247-9E3B-EFC58D1F91B5}" dt="2025-07-27T10:56:32.275" v="636" actId="2696"/>
        <pc:sldMkLst>
          <pc:docMk/>
          <pc:sldMk cId="3903584430" sldId="337"/>
        </pc:sldMkLst>
      </pc:sldChg>
      <pc:sldChg chg="addSp delSp modSp add mod">
        <pc:chgData name="Antonin Blot" userId="8a366b6c-3b28-4e73-bf51-dbb9763ad534" providerId="ADAL" clId="{FE88C9FE-1EE3-4247-9E3B-EFC58D1F91B5}" dt="2025-07-27T11:11:15.425" v="1018" actId="20577"/>
        <pc:sldMkLst>
          <pc:docMk/>
          <pc:sldMk cId="2402156006" sldId="338"/>
        </pc:sldMkLst>
        <pc:spChg chg="mod">
          <ac:chgData name="Antonin Blot" userId="8a366b6c-3b28-4e73-bf51-dbb9763ad534" providerId="ADAL" clId="{FE88C9FE-1EE3-4247-9E3B-EFC58D1F91B5}" dt="2025-07-27T11:02:23.728" v="789" actId="20577"/>
          <ac:spMkLst>
            <pc:docMk/>
            <pc:sldMk cId="2402156006" sldId="338"/>
            <ac:spMk id="3" creationId="{898D35E4-8C71-0717-2225-98E12F9D7C39}"/>
          </ac:spMkLst>
        </pc:spChg>
        <pc:spChg chg="add mod">
          <ac:chgData name="Antonin Blot" userId="8a366b6c-3b28-4e73-bf51-dbb9763ad534" providerId="ADAL" clId="{FE88C9FE-1EE3-4247-9E3B-EFC58D1F91B5}" dt="2025-07-27T11:06:15.170" v="878" actId="20577"/>
          <ac:spMkLst>
            <pc:docMk/>
            <pc:sldMk cId="2402156006" sldId="338"/>
            <ac:spMk id="7" creationId="{60A9DB03-4B92-54E1-949F-1F62B22D5E97}"/>
          </ac:spMkLst>
        </pc:spChg>
        <pc:spChg chg="add mod">
          <ac:chgData name="Antonin Blot" userId="8a366b6c-3b28-4e73-bf51-dbb9763ad534" providerId="ADAL" clId="{FE88C9FE-1EE3-4247-9E3B-EFC58D1F91B5}" dt="2025-07-27T11:07:16.435" v="921" actId="1076"/>
          <ac:spMkLst>
            <pc:docMk/>
            <pc:sldMk cId="2402156006" sldId="338"/>
            <ac:spMk id="8" creationId="{B3D7CBC2-3734-5C98-54CB-450BCDD9E897}"/>
          </ac:spMkLst>
        </pc:spChg>
        <pc:spChg chg="add mod">
          <ac:chgData name="Antonin Blot" userId="8a366b6c-3b28-4e73-bf51-dbb9763ad534" providerId="ADAL" clId="{FE88C9FE-1EE3-4247-9E3B-EFC58D1F91B5}" dt="2025-07-27T11:11:15.425" v="1018" actId="20577"/>
          <ac:spMkLst>
            <pc:docMk/>
            <pc:sldMk cId="2402156006" sldId="338"/>
            <ac:spMk id="9" creationId="{57606CA9-DF79-57EF-A2AE-EE3DC8D4CB83}"/>
          </ac:spMkLst>
        </pc:spChg>
      </pc:sldChg>
      <pc:sldChg chg="addSp delSp modSp add mod">
        <pc:chgData name="Antonin Blot" userId="8a366b6c-3b28-4e73-bf51-dbb9763ad534" providerId="ADAL" clId="{FE88C9FE-1EE3-4247-9E3B-EFC58D1F91B5}" dt="2025-07-28T22:42:57.346" v="1424" actId="478"/>
        <pc:sldMkLst>
          <pc:docMk/>
          <pc:sldMk cId="3627711140" sldId="339"/>
        </pc:sldMkLst>
        <pc:spChg chg="add del mod">
          <ac:chgData name="Antonin Blot" userId="8a366b6c-3b28-4e73-bf51-dbb9763ad534" providerId="ADAL" clId="{FE88C9FE-1EE3-4247-9E3B-EFC58D1F91B5}" dt="2025-07-28T22:42:57.346" v="1424" actId="478"/>
          <ac:spMkLst>
            <pc:docMk/>
            <pc:sldMk cId="3627711140" sldId="339"/>
            <ac:spMk id="14" creationId="{1273AA5E-0C9A-D76D-A8FB-067B567A965A}"/>
          </ac:spMkLst>
        </pc:spChg>
        <pc:grpChg chg="del mod">
          <ac:chgData name="Antonin Blot" userId="8a366b6c-3b28-4e73-bf51-dbb9763ad534" providerId="ADAL" clId="{FE88C9FE-1EE3-4247-9E3B-EFC58D1F91B5}" dt="2025-07-28T22:42:55.339" v="1423" actId="478"/>
          <ac:grpSpMkLst>
            <pc:docMk/>
            <pc:sldMk cId="3627711140" sldId="339"/>
            <ac:grpSpMk id="13" creationId="{546B4813-CE78-427F-B4F4-CE753C747784}"/>
          </ac:grpSpMkLst>
        </pc:grpChg>
        <pc:picChg chg="add mod modCrop">
          <ac:chgData name="Antonin Blot" userId="8a366b6c-3b28-4e73-bf51-dbb9763ad534" providerId="ADAL" clId="{FE88C9FE-1EE3-4247-9E3B-EFC58D1F91B5}" dt="2025-07-27T11:17:51.105" v="1077" actId="732"/>
          <ac:picMkLst>
            <pc:docMk/>
            <pc:sldMk cId="3627711140" sldId="339"/>
            <ac:picMk id="6" creationId="{C08A6D94-3DE7-068B-3CA7-AB4F498B5590}"/>
          </ac:picMkLst>
        </pc:picChg>
      </pc:sldChg>
      <pc:sldChg chg="add del">
        <pc:chgData name="Antonin Blot" userId="8a366b6c-3b28-4e73-bf51-dbb9763ad534" providerId="ADAL" clId="{FE88C9FE-1EE3-4247-9E3B-EFC58D1F91B5}" dt="2025-07-27T11:13:55.942" v="1033" actId="2696"/>
        <pc:sldMkLst>
          <pc:docMk/>
          <pc:sldMk cId="767577233" sldId="340"/>
        </pc:sldMkLst>
      </pc:sldChg>
      <pc:sldChg chg="new del">
        <pc:chgData name="Antonin Blot" userId="8a366b6c-3b28-4e73-bf51-dbb9763ad534" providerId="ADAL" clId="{FE88C9FE-1EE3-4247-9E3B-EFC58D1F91B5}" dt="2025-07-28T22:50:15" v="1442" actId="2696"/>
        <pc:sldMkLst>
          <pc:docMk/>
          <pc:sldMk cId="4108137227" sldId="340"/>
        </pc:sldMkLst>
      </pc:sldChg>
      <pc:sldChg chg="addSp delSp modSp add mod">
        <pc:chgData name="Antonin Blot" userId="8a366b6c-3b28-4e73-bf51-dbb9763ad534" providerId="ADAL" clId="{FE88C9FE-1EE3-4247-9E3B-EFC58D1F91B5}" dt="2025-07-28T22:43:13.201" v="1430" actId="478"/>
        <pc:sldMkLst>
          <pc:docMk/>
          <pc:sldMk cId="382177568" sldId="341"/>
        </pc:sldMkLst>
        <pc:spChg chg="add del mod">
          <ac:chgData name="Antonin Blot" userId="8a366b6c-3b28-4e73-bf51-dbb9763ad534" providerId="ADAL" clId="{FE88C9FE-1EE3-4247-9E3B-EFC58D1F91B5}" dt="2025-07-28T22:43:07.274" v="1426" actId="478"/>
          <ac:spMkLst>
            <pc:docMk/>
            <pc:sldMk cId="382177568" sldId="341"/>
            <ac:spMk id="24" creationId="{1A920D63-65B2-3A79-68C3-12E1452F59CD}"/>
          </ac:spMkLst>
        </pc:spChg>
        <pc:spChg chg="add mod">
          <ac:chgData name="Antonin Blot" userId="8a366b6c-3b28-4e73-bf51-dbb9763ad534" providerId="ADAL" clId="{FE88C9FE-1EE3-4247-9E3B-EFC58D1F91B5}" dt="2025-07-27T11:23:31.061" v="1164" actId="1076"/>
          <ac:spMkLst>
            <pc:docMk/>
            <pc:sldMk cId="382177568" sldId="341"/>
            <ac:spMk id="26" creationId="{983DF27F-7514-B579-E434-6347079BCF9B}"/>
          </ac:spMkLst>
        </pc:spChg>
        <pc:spChg chg="add del mod">
          <ac:chgData name="Antonin Blot" userId="8a366b6c-3b28-4e73-bf51-dbb9763ad534" providerId="ADAL" clId="{FE88C9FE-1EE3-4247-9E3B-EFC58D1F91B5}" dt="2025-07-28T22:43:11.471" v="1429" actId="478"/>
          <ac:spMkLst>
            <pc:docMk/>
            <pc:sldMk cId="382177568" sldId="341"/>
            <ac:spMk id="31" creationId="{C3BD1443-68F4-0937-700F-1A7E3EC63B46}"/>
          </ac:spMkLst>
        </pc:spChg>
        <pc:grpChg chg="del mod">
          <ac:chgData name="Antonin Blot" userId="8a366b6c-3b28-4e73-bf51-dbb9763ad534" providerId="ADAL" clId="{FE88C9FE-1EE3-4247-9E3B-EFC58D1F91B5}" dt="2025-07-28T22:43:10.038" v="1428" actId="478"/>
          <ac:grpSpMkLst>
            <pc:docMk/>
            <pc:sldMk cId="382177568" sldId="341"/>
            <ac:grpSpMk id="30" creationId="{2E252DCC-457A-51B5-F1CA-E387A266E50F}"/>
          </ac:grpSpMkLst>
        </pc:grpChg>
        <pc:inkChg chg="add del">
          <ac:chgData name="Antonin Blot" userId="8a366b6c-3b28-4e73-bf51-dbb9763ad534" providerId="ADAL" clId="{FE88C9FE-1EE3-4247-9E3B-EFC58D1F91B5}" dt="2025-07-28T22:43:13.201" v="1430" actId="478"/>
          <ac:inkMkLst>
            <pc:docMk/>
            <pc:sldMk cId="382177568" sldId="341"/>
            <ac:inkMk id="2" creationId="{8C1D5F10-0ED5-BBE2-10D6-D8ACFF59B9C5}"/>
          </ac:inkMkLst>
        </pc:inkChg>
      </pc:sldChg>
      <pc:sldChg chg="addSp delSp modSp add mod">
        <pc:chgData name="Antonin Blot" userId="8a366b6c-3b28-4e73-bf51-dbb9763ad534" providerId="ADAL" clId="{FE88C9FE-1EE3-4247-9E3B-EFC58D1F91B5}" dt="2025-07-28T22:43:40.334" v="1439" actId="478"/>
        <pc:sldMkLst>
          <pc:docMk/>
          <pc:sldMk cId="2247187680" sldId="342"/>
        </pc:sldMkLst>
        <pc:spChg chg="add del mod">
          <ac:chgData name="Antonin Blot" userId="8a366b6c-3b28-4e73-bf51-dbb9763ad534" providerId="ADAL" clId="{FE88C9FE-1EE3-4247-9E3B-EFC58D1F91B5}" dt="2025-07-28T22:43:32.959" v="1434" actId="478"/>
          <ac:spMkLst>
            <pc:docMk/>
            <pc:sldMk cId="2247187680" sldId="342"/>
            <ac:spMk id="9" creationId="{823F614B-B3DF-FCA7-0C3C-4E5682FA910A}"/>
          </ac:spMkLst>
        </pc:spChg>
        <pc:spChg chg="add del mod">
          <ac:chgData name="Antonin Blot" userId="8a366b6c-3b28-4e73-bf51-dbb9763ad534" providerId="ADAL" clId="{FE88C9FE-1EE3-4247-9E3B-EFC58D1F91B5}" dt="2025-07-28T22:43:38.043" v="1437" actId="478"/>
          <ac:spMkLst>
            <pc:docMk/>
            <pc:sldMk cId="2247187680" sldId="342"/>
            <ac:spMk id="17" creationId="{33CA9667-927C-CED9-1F70-2F0C862C31E5}"/>
          </ac:spMkLst>
        </pc:spChg>
        <pc:spChg chg="add del mod">
          <ac:chgData name="Antonin Blot" userId="8a366b6c-3b28-4e73-bf51-dbb9763ad534" providerId="ADAL" clId="{FE88C9FE-1EE3-4247-9E3B-EFC58D1F91B5}" dt="2025-07-28T22:43:40.334" v="1439" actId="478"/>
          <ac:spMkLst>
            <pc:docMk/>
            <pc:sldMk cId="2247187680" sldId="342"/>
            <ac:spMk id="18" creationId="{9DDD281A-3171-9856-534C-72DBB3E1FA18}"/>
          </ac:spMkLst>
        </pc:spChg>
        <pc:grpChg chg="del mod">
          <ac:chgData name="Antonin Blot" userId="8a366b6c-3b28-4e73-bf51-dbb9763ad534" providerId="ADAL" clId="{FE88C9FE-1EE3-4247-9E3B-EFC58D1F91B5}" dt="2025-07-28T22:43:31.851" v="1433" actId="478"/>
          <ac:grpSpMkLst>
            <pc:docMk/>
            <pc:sldMk cId="2247187680" sldId="342"/>
            <ac:grpSpMk id="8" creationId="{C7AA4CF7-6F3B-3A03-2FE4-2D2F7FFC8E29}"/>
          </ac:grpSpMkLst>
        </pc:grpChg>
        <pc:grpChg chg="del mod">
          <ac:chgData name="Antonin Blot" userId="8a366b6c-3b28-4e73-bf51-dbb9763ad534" providerId="ADAL" clId="{FE88C9FE-1EE3-4247-9E3B-EFC58D1F91B5}" dt="2025-07-28T22:43:36.287" v="1436" actId="478"/>
          <ac:grpSpMkLst>
            <pc:docMk/>
            <pc:sldMk cId="2247187680" sldId="342"/>
            <ac:grpSpMk id="16" creationId="{E7AE682C-0014-15B2-8502-94722CFD3BC4}"/>
          </ac:grpSpMkLst>
        </pc:grpChg>
        <pc:inkChg chg="add del">
          <ac:chgData name="Antonin Blot" userId="8a366b6c-3b28-4e73-bf51-dbb9763ad534" providerId="ADAL" clId="{FE88C9FE-1EE3-4247-9E3B-EFC58D1F91B5}" dt="2025-07-28T22:43:35.414" v="1435" actId="478"/>
          <ac:inkMkLst>
            <pc:docMk/>
            <pc:sldMk cId="2247187680" sldId="342"/>
            <ac:inkMk id="11" creationId="{C3300BCD-6830-C8A1-9AC6-976EF9B8698D}"/>
          </ac:inkMkLst>
        </pc:inkChg>
        <pc:inkChg chg="add del">
          <ac:chgData name="Antonin Blot" userId="8a366b6c-3b28-4e73-bf51-dbb9763ad534" providerId="ADAL" clId="{FE88C9FE-1EE3-4247-9E3B-EFC58D1F91B5}" dt="2025-07-28T22:43:38.965" v="1438" actId="478"/>
          <ac:inkMkLst>
            <pc:docMk/>
            <pc:sldMk cId="2247187680" sldId="342"/>
            <ac:inkMk id="12" creationId="{1C213090-E7A4-8E4C-3527-4971BAEFE9E4}"/>
          </ac:inkMkLst>
        </pc:inkChg>
      </pc:sldChg>
      <pc:sldChg chg="addSp delSp modSp add mod">
        <pc:chgData name="Antonin Blot" userId="8a366b6c-3b28-4e73-bf51-dbb9763ad534" providerId="ADAL" clId="{FE88C9FE-1EE3-4247-9E3B-EFC58D1F91B5}" dt="2025-07-27T11:29:27.837" v="1375"/>
        <pc:sldMkLst>
          <pc:docMk/>
          <pc:sldMk cId="1501378218" sldId="343"/>
        </pc:sldMkLst>
        <pc:spChg chg="mod">
          <ac:chgData name="Antonin Blot" userId="8a366b6c-3b28-4e73-bf51-dbb9763ad534" providerId="ADAL" clId="{FE88C9FE-1EE3-4247-9E3B-EFC58D1F91B5}" dt="2025-07-27T11:29:20.198" v="1372" actId="1076"/>
          <ac:spMkLst>
            <pc:docMk/>
            <pc:sldMk cId="1501378218" sldId="343"/>
            <ac:spMk id="31" creationId="{B33BDB62-CEFF-6277-1886-CE2A784DF61C}"/>
          </ac:spMkLst>
        </pc:spChg>
        <pc:grpChg chg="mod">
          <ac:chgData name="Antonin Blot" userId="8a366b6c-3b28-4e73-bf51-dbb9763ad534" providerId="ADAL" clId="{FE88C9FE-1EE3-4247-9E3B-EFC58D1F91B5}" dt="2025-07-27T11:29:27.837" v="1375"/>
          <ac:grpSpMkLst>
            <pc:docMk/>
            <pc:sldMk cId="1501378218" sldId="343"/>
            <ac:grpSpMk id="10" creationId="{599D811E-96C8-C849-FFD2-37FD692681BB}"/>
          </ac:grpSpMkLst>
        </pc:grpChg>
        <pc:picChg chg="add mod">
          <ac:chgData name="Antonin Blot" userId="8a366b6c-3b28-4e73-bf51-dbb9763ad534" providerId="ADAL" clId="{FE88C9FE-1EE3-4247-9E3B-EFC58D1F91B5}" dt="2025-07-27T11:28:29.503" v="1355" actId="1076"/>
          <ac:picMkLst>
            <pc:docMk/>
            <pc:sldMk cId="1501378218" sldId="343"/>
            <ac:picMk id="5" creationId="{C8DAFE32-94CF-7E7C-4E76-71ECC3B52180}"/>
          </ac:picMkLst>
        </pc:picChg>
        <pc:inkChg chg="add mod">
          <ac:chgData name="Antonin Blot" userId="8a366b6c-3b28-4e73-bf51-dbb9763ad534" providerId="ADAL" clId="{FE88C9FE-1EE3-4247-9E3B-EFC58D1F91B5}" dt="2025-07-27T11:29:27.837" v="1375"/>
          <ac:inkMkLst>
            <pc:docMk/>
            <pc:sldMk cId="1501378218" sldId="343"/>
            <ac:inkMk id="7" creationId="{ED6BA907-CA21-5526-8A43-A54F2063BBEB}"/>
          </ac:inkMkLst>
        </pc:inkChg>
        <pc:inkChg chg="add mod">
          <ac:chgData name="Antonin Blot" userId="8a366b6c-3b28-4e73-bf51-dbb9763ad534" providerId="ADAL" clId="{FE88C9FE-1EE3-4247-9E3B-EFC58D1F91B5}" dt="2025-07-27T11:29:27.837" v="1375"/>
          <ac:inkMkLst>
            <pc:docMk/>
            <pc:sldMk cId="1501378218" sldId="343"/>
            <ac:inkMk id="8" creationId="{8B90B918-DA17-3EE1-17FD-BCF7867CA507}"/>
          </ac:inkMkLst>
        </pc:inkChg>
      </pc:sldChg>
      <pc:sldChg chg="addSp delSp modSp add mod">
        <pc:chgData name="Antonin Blot" userId="8a366b6c-3b28-4e73-bf51-dbb9763ad534" providerId="ADAL" clId="{FE88C9FE-1EE3-4247-9E3B-EFC58D1F91B5}" dt="2025-07-28T22:43:59.889" v="1440" actId="1076"/>
        <pc:sldMkLst>
          <pc:docMk/>
          <pc:sldMk cId="1430234564" sldId="344"/>
        </pc:sldMkLst>
        <pc:spChg chg="mod">
          <ac:chgData name="Antonin Blot" userId="8a366b6c-3b28-4e73-bf51-dbb9763ad534" providerId="ADAL" clId="{FE88C9FE-1EE3-4247-9E3B-EFC58D1F91B5}" dt="2025-07-27T11:29:58.846" v="1388" actId="20577"/>
          <ac:spMkLst>
            <pc:docMk/>
            <pc:sldMk cId="1430234564" sldId="344"/>
            <ac:spMk id="3" creationId="{EC812281-B356-90A7-8B72-E68C3A911228}"/>
          </ac:spMkLst>
        </pc:spChg>
        <pc:spChg chg="add mod">
          <ac:chgData name="Antonin Blot" userId="8a366b6c-3b28-4e73-bf51-dbb9763ad534" providerId="ADAL" clId="{FE88C9FE-1EE3-4247-9E3B-EFC58D1F91B5}" dt="2025-07-28T22:43:59.889" v="1440" actId="1076"/>
          <ac:spMkLst>
            <pc:docMk/>
            <pc:sldMk cId="1430234564" sldId="344"/>
            <ac:spMk id="7" creationId="{F580D1CF-29A6-A805-C7AD-B10FF44BD7E4}"/>
          </ac:spMkLst>
        </pc:spChg>
      </pc:sldChg>
      <pc:sldChg chg="add">
        <pc:chgData name="Antonin Blot" userId="8a366b6c-3b28-4e73-bf51-dbb9763ad534" providerId="ADAL" clId="{FE88C9FE-1EE3-4247-9E3B-EFC58D1F91B5}" dt="2025-07-28T22:41:34.295" v="1420" actId="2890"/>
        <pc:sldMkLst>
          <pc:docMk/>
          <pc:sldMk cId="1018542808" sldId="345"/>
        </pc:sldMkLst>
      </pc:sldChg>
      <pc:sldChg chg="add">
        <pc:chgData name="Antonin Blot" userId="8a366b6c-3b28-4e73-bf51-dbb9763ad534" providerId="ADAL" clId="{FE88C9FE-1EE3-4247-9E3B-EFC58D1F91B5}" dt="2025-07-28T22:42:52.233" v="1422" actId="2890"/>
        <pc:sldMkLst>
          <pc:docMk/>
          <pc:sldMk cId="1407974117" sldId="346"/>
        </pc:sldMkLst>
      </pc:sldChg>
      <pc:sldChg chg="add">
        <pc:chgData name="Antonin Blot" userId="8a366b6c-3b28-4e73-bf51-dbb9763ad534" providerId="ADAL" clId="{FE88C9FE-1EE3-4247-9E3B-EFC58D1F91B5}" dt="2025-07-28T22:43:04.012" v="1425" actId="2890"/>
        <pc:sldMkLst>
          <pc:docMk/>
          <pc:sldMk cId="1889352736" sldId="347"/>
        </pc:sldMkLst>
      </pc:sldChg>
      <pc:sldChg chg="add">
        <pc:chgData name="Antonin Blot" userId="8a366b6c-3b28-4e73-bf51-dbb9763ad534" providerId="ADAL" clId="{FE88C9FE-1EE3-4247-9E3B-EFC58D1F91B5}" dt="2025-07-28T22:43:23.419" v="1431" actId="2890"/>
        <pc:sldMkLst>
          <pc:docMk/>
          <pc:sldMk cId="2775425212" sldId="348"/>
        </pc:sldMkLst>
      </pc:sldChg>
      <pc:sldChg chg="addSp delSp modSp add mod">
        <pc:chgData name="Antonin Blot" userId="8a366b6c-3b28-4e73-bf51-dbb9763ad534" providerId="ADAL" clId="{FE88C9FE-1EE3-4247-9E3B-EFC58D1F91B5}" dt="2025-07-29T06:43:33.977" v="1722" actId="1076"/>
        <pc:sldMkLst>
          <pc:docMk/>
          <pc:sldMk cId="3051777520" sldId="349"/>
        </pc:sldMkLst>
        <pc:spChg chg="add del mod">
          <ac:chgData name="Antonin Blot" userId="8a366b6c-3b28-4e73-bf51-dbb9763ad534" providerId="ADAL" clId="{FE88C9FE-1EE3-4247-9E3B-EFC58D1F91B5}" dt="2025-07-28T23:04:29.374" v="1670" actId="478"/>
          <ac:spMkLst>
            <pc:docMk/>
            <pc:sldMk cId="3051777520" sldId="349"/>
            <ac:spMk id="2" creationId="{A3AF5C58-9DC1-495B-E59E-732F75C909AD}"/>
          </ac:spMkLst>
        </pc:spChg>
        <pc:spChg chg="mod">
          <ac:chgData name="Antonin Blot" userId="8a366b6c-3b28-4e73-bf51-dbb9763ad534" providerId="ADAL" clId="{FE88C9FE-1EE3-4247-9E3B-EFC58D1F91B5}" dt="2025-07-28T22:50:41.996" v="1484" actId="20577"/>
          <ac:spMkLst>
            <pc:docMk/>
            <pc:sldMk cId="3051777520" sldId="349"/>
            <ac:spMk id="3" creationId="{FD2EB6B2-3DDF-495D-B83B-36802CBB36D2}"/>
          </ac:spMkLst>
        </pc:spChg>
        <pc:spChg chg="add del mod">
          <ac:chgData name="Antonin Blot" userId="8a366b6c-3b28-4e73-bf51-dbb9763ad534" providerId="ADAL" clId="{FE88C9FE-1EE3-4247-9E3B-EFC58D1F91B5}" dt="2025-07-28T22:59:04.479" v="1665" actId="478"/>
          <ac:spMkLst>
            <pc:docMk/>
            <pc:sldMk cId="3051777520" sldId="349"/>
            <ac:spMk id="4" creationId="{315C3E0E-F9BD-7A08-5CB9-F23C58DDA334}"/>
          </ac:spMkLst>
        </pc:spChg>
        <pc:spChg chg="add del mod">
          <ac:chgData name="Antonin Blot" userId="8a366b6c-3b28-4e73-bf51-dbb9763ad534" providerId="ADAL" clId="{FE88C9FE-1EE3-4247-9E3B-EFC58D1F91B5}" dt="2025-07-28T23:04:29.374" v="1670" actId="478"/>
          <ac:spMkLst>
            <pc:docMk/>
            <pc:sldMk cId="3051777520" sldId="349"/>
            <ac:spMk id="5" creationId="{59A5C9A9-6EDA-9B55-C83F-F4B7849CFBB9}"/>
          </ac:spMkLst>
        </pc:spChg>
        <pc:spChg chg="add del mod">
          <ac:chgData name="Antonin Blot" userId="8a366b6c-3b28-4e73-bf51-dbb9763ad534" providerId="ADAL" clId="{FE88C9FE-1EE3-4247-9E3B-EFC58D1F91B5}" dt="2025-07-28T23:04:34.283" v="1672" actId="478"/>
          <ac:spMkLst>
            <pc:docMk/>
            <pc:sldMk cId="3051777520" sldId="349"/>
            <ac:spMk id="6" creationId="{DF255996-68A4-1B89-D722-776588E31338}"/>
          </ac:spMkLst>
        </pc:spChg>
        <pc:spChg chg="del">
          <ac:chgData name="Antonin Blot" userId="8a366b6c-3b28-4e73-bf51-dbb9763ad534" providerId="ADAL" clId="{FE88C9FE-1EE3-4247-9E3B-EFC58D1F91B5}" dt="2025-07-28T22:52:45.980" v="1485" actId="478"/>
          <ac:spMkLst>
            <pc:docMk/>
            <pc:sldMk cId="3051777520" sldId="349"/>
            <ac:spMk id="7" creationId="{8519DEF5-25DA-1CA1-CE2A-FA6FE7F923F0}"/>
          </ac:spMkLst>
        </pc:spChg>
        <pc:spChg chg="add mod">
          <ac:chgData name="Antonin Blot" userId="8a366b6c-3b28-4e73-bf51-dbb9763ad534" providerId="ADAL" clId="{FE88C9FE-1EE3-4247-9E3B-EFC58D1F91B5}" dt="2025-07-29T06:40:39.485" v="1686" actId="1076"/>
          <ac:spMkLst>
            <pc:docMk/>
            <pc:sldMk cId="3051777520" sldId="349"/>
            <ac:spMk id="10" creationId="{65F11841-CF2D-232F-001F-6E703659872B}"/>
          </ac:spMkLst>
        </pc:spChg>
        <pc:spChg chg="add mod">
          <ac:chgData name="Antonin Blot" userId="8a366b6c-3b28-4e73-bf51-dbb9763ad534" providerId="ADAL" clId="{FE88C9FE-1EE3-4247-9E3B-EFC58D1F91B5}" dt="2025-07-29T06:40:36.964" v="1685" actId="1076"/>
          <ac:spMkLst>
            <pc:docMk/>
            <pc:sldMk cId="3051777520" sldId="349"/>
            <ac:spMk id="11" creationId="{22BAA6BF-D842-48A7-07A3-9C327A399AE3}"/>
          </ac:spMkLst>
        </pc:spChg>
        <pc:spChg chg="add mod">
          <ac:chgData name="Antonin Blot" userId="8a366b6c-3b28-4e73-bf51-dbb9763ad534" providerId="ADAL" clId="{FE88C9FE-1EE3-4247-9E3B-EFC58D1F91B5}" dt="2025-07-29T06:43:33.977" v="1722" actId="1076"/>
          <ac:spMkLst>
            <pc:docMk/>
            <pc:sldMk cId="3051777520" sldId="349"/>
            <ac:spMk id="14" creationId="{44AD09A1-018D-906C-8652-DE48C26DD6CA}"/>
          </ac:spMkLst>
        </pc:spChg>
        <pc:picChg chg="add del mod">
          <ac:chgData name="Antonin Blot" userId="8a366b6c-3b28-4e73-bf51-dbb9763ad534" providerId="ADAL" clId="{FE88C9FE-1EE3-4247-9E3B-EFC58D1F91B5}" dt="2025-07-29T06:39:59.249" v="1677" actId="478"/>
          <ac:picMkLst>
            <pc:docMk/>
            <pc:sldMk cId="3051777520" sldId="349"/>
            <ac:picMk id="8" creationId="{65D40DE5-9DF6-C132-C837-224816AF364E}"/>
          </ac:picMkLst>
        </pc:picChg>
        <pc:picChg chg="add del mod">
          <ac:chgData name="Antonin Blot" userId="8a366b6c-3b28-4e73-bf51-dbb9763ad534" providerId="ADAL" clId="{FE88C9FE-1EE3-4247-9E3B-EFC58D1F91B5}" dt="2025-07-29T06:41:19.582" v="1687" actId="478"/>
          <ac:picMkLst>
            <pc:docMk/>
            <pc:sldMk cId="3051777520" sldId="349"/>
            <ac:picMk id="9" creationId="{00944804-B61C-E2BC-2150-D1F58C7277DD}"/>
          </ac:picMkLst>
        </pc:picChg>
        <pc:picChg chg="add mod">
          <ac:chgData name="Antonin Blot" userId="8a366b6c-3b28-4e73-bf51-dbb9763ad534" providerId="ADAL" clId="{FE88C9FE-1EE3-4247-9E3B-EFC58D1F91B5}" dt="2025-07-29T06:41:27.049" v="1693" actId="1076"/>
          <ac:picMkLst>
            <pc:docMk/>
            <pc:sldMk cId="3051777520" sldId="349"/>
            <ac:picMk id="12" creationId="{EB16738B-5F83-490C-EF37-41EEC9E3A470}"/>
          </ac:picMkLst>
        </pc:picChg>
        <pc:inkChg chg="add mod">
          <ac:chgData name="Antonin Blot" userId="8a366b6c-3b28-4e73-bf51-dbb9763ad534" providerId="ADAL" clId="{FE88C9FE-1EE3-4247-9E3B-EFC58D1F91B5}" dt="2025-07-29T06:43:04.531" v="1706" actId="1076"/>
          <ac:inkMkLst>
            <pc:docMk/>
            <pc:sldMk cId="3051777520" sldId="349"/>
            <ac:inkMk id="13" creationId="{55BCDCFC-A4BE-DCA4-B7D9-B5D876ECE888}"/>
          </ac:inkMkLst>
        </pc:inkChg>
      </pc:sldChg>
      <pc:sldChg chg="modSp add mod">
        <pc:chgData name="Antonin Blot" userId="8a366b6c-3b28-4e73-bf51-dbb9763ad534" providerId="ADAL" clId="{FE88C9FE-1EE3-4247-9E3B-EFC58D1F91B5}" dt="2025-07-29T11:51:07.586" v="1778" actId="20577"/>
        <pc:sldMkLst>
          <pc:docMk/>
          <pc:sldMk cId="2705911069" sldId="350"/>
        </pc:sldMkLst>
        <pc:spChg chg="mod">
          <ac:chgData name="Antonin Blot" userId="8a366b6c-3b28-4e73-bf51-dbb9763ad534" providerId="ADAL" clId="{FE88C9FE-1EE3-4247-9E3B-EFC58D1F91B5}" dt="2025-07-29T11:51:07.586" v="1778" actId="20577"/>
          <ac:spMkLst>
            <pc:docMk/>
            <pc:sldMk cId="2705911069" sldId="350"/>
            <ac:spMk id="6" creationId="{7671858B-A9D9-6867-1AC7-DE07D9CF1E92}"/>
          </ac:spMkLst>
        </pc:spChg>
      </pc:sldChg>
      <pc:sldChg chg="addSp delSp modSp add mod">
        <pc:chgData name="Antonin Blot" userId="8a366b6c-3b28-4e73-bf51-dbb9763ad534" providerId="ADAL" clId="{FE88C9FE-1EE3-4247-9E3B-EFC58D1F91B5}" dt="2025-07-29T11:51:02.315" v="1777"/>
        <pc:sldMkLst>
          <pc:docMk/>
          <pc:sldMk cId="1301898729" sldId="351"/>
        </pc:sldMkLst>
        <pc:spChg chg="mod">
          <ac:chgData name="Antonin Blot" userId="8a366b6c-3b28-4e73-bf51-dbb9763ad534" providerId="ADAL" clId="{FE88C9FE-1EE3-4247-9E3B-EFC58D1F91B5}" dt="2025-07-29T06:45:19.161" v="1774" actId="20577"/>
          <ac:spMkLst>
            <pc:docMk/>
            <pc:sldMk cId="1301898729" sldId="351"/>
            <ac:spMk id="3" creationId="{98B18F23-A22D-4074-7E79-1F7C136589F3}"/>
          </ac:spMkLst>
        </pc:spChg>
        <pc:spChg chg="add del mod">
          <ac:chgData name="Antonin Blot" userId="8a366b6c-3b28-4e73-bf51-dbb9763ad534" providerId="ADAL" clId="{FE88C9FE-1EE3-4247-9E3B-EFC58D1F91B5}" dt="2025-07-29T11:51:02.315" v="1777"/>
          <ac:spMkLst>
            <pc:docMk/>
            <pc:sldMk cId="1301898729" sldId="351"/>
            <ac:spMk id="4" creationId="{06D140E8-C483-EABA-37FA-093FC70D1844}"/>
          </ac:spMkLst>
        </pc:spChg>
        <pc:spChg chg="mod">
          <ac:chgData name="Antonin Blot" userId="8a366b6c-3b28-4e73-bf51-dbb9763ad534" providerId="ADAL" clId="{FE88C9FE-1EE3-4247-9E3B-EFC58D1F91B5}" dt="2025-07-29T11:50:58.411" v="1775" actId="113"/>
          <ac:spMkLst>
            <pc:docMk/>
            <pc:sldMk cId="1301898729" sldId="351"/>
            <ac:spMk id="6" creationId="{290B6638-AABF-4A91-5F73-B8ECA8EFC081}"/>
          </ac:spMkLst>
        </pc:spChg>
      </pc:sldChg>
      <pc:sldChg chg="new del">
        <pc:chgData name="Antonin Blot" userId="8a366b6c-3b28-4e73-bf51-dbb9763ad534" providerId="ADAL" clId="{FE88C9FE-1EE3-4247-9E3B-EFC58D1F91B5}" dt="2025-07-29T06:45:09.842" v="1758" actId="2696"/>
        <pc:sldMkLst>
          <pc:docMk/>
          <pc:sldMk cId="3326460586" sldId="351"/>
        </pc:sldMkLst>
      </pc:sldChg>
      <pc:sldChg chg="addSp delSp modSp add mod">
        <pc:chgData name="Antonin Blot" userId="8a366b6c-3b28-4e73-bf51-dbb9763ad534" providerId="ADAL" clId="{FE88C9FE-1EE3-4247-9E3B-EFC58D1F91B5}" dt="2025-07-29T12:00:52.255" v="2037" actId="113"/>
        <pc:sldMkLst>
          <pc:docMk/>
          <pc:sldMk cId="4031946458" sldId="352"/>
        </pc:sldMkLst>
        <pc:spChg chg="mod">
          <ac:chgData name="Antonin Blot" userId="8a366b6c-3b28-4e73-bf51-dbb9763ad534" providerId="ADAL" clId="{FE88C9FE-1EE3-4247-9E3B-EFC58D1F91B5}" dt="2025-07-29T11:54:21.358" v="1872" actId="6549"/>
          <ac:spMkLst>
            <pc:docMk/>
            <pc:sldMk cId="4031946458" sldId="352"/>
            <ac:spMk id="2" creationId="{B2946BC4-E391-7C0A-B766-D98D8E4E82D9}"/>
          </ac:spMkLst>
        </pc:spChg>
        <pc:spChg chg="add del mod">
          <ac:chgData name="Antonin Blot" userId="8a366b6c-3b28-4e73-bf51-dbb9763ad534" providerId="ADAL" clId="{FE88C9FE-1EE3-4247-9E3B-EFC58D1F91B5}" dt="2025-07-29T11:57:15.493" v="1950" actId="478"/>
          <ac:spMkLst>
            <pc:docMk/>
            <pc:sldMk cId="4031946458" sldId="352"/>
            <ac:spMk id="4" creationId="{D15A7A92-7A4C-DF48-BC5A-ADD270DA4F68}"/>
          </ac:spMkLst>
        </pc:spChg>
        <pc:spChg chg="mod">
          <ac:chgData name="Antonin Blot" userId="8a366b6c-3b28-4e73-bf51-dbb9763ad534" providerId="ADAL" clId="{FE88C9FE-1EE3-4247-9E3B-EFC58D1F91B5}" dt="2025-07-29T12:00:52.255" v="2037" actId="113"/>
          <ac:spMkLst>
            <pc:docMk/>
            <pc:sldMk cId="4031946458" sldId="352"/>
            <ac:spMk id="5" creationId="{F52605F7-349B-0650-77B2-247EF5E52E2E}"/>
          </ac:spMkLst>
        </pc:spChg>
        <pc:spChg chg="del">
          <ac:chgData name="Antonin Blot" userId="8a366b6c-3b28-4e73-bf51-dbb9763ad534" providerId="ADAL" clId="{FE88C9FE-1EE3-4247-9E3B-EFC58D1F91B5}" dt="2025-07-29T11:54:34.746" v="1879" actId="478"/>
          <ac:spMkLst>
            <pc:docMk/>
            <pc:sldMk cId="4031946458" sldId="352"/>
            <ac:spMk id="6" creationId="{A184C33F-2E35-C463-FCA9-562E75A124F3}"/>
          </ac:spMkLst>
        </pc:spChg>
      </pc:sldChg>
      <pc:sldChg chg="new del">
        <pc:chgData name="Antonin Blot" userId="8a366b6c-3b28-4e73-bf51-dbb9763ad534" providerId="ADAL" clId="{FE88C9FE-1EE3-4247-9E3B-EFC58D1F91B5}" dt="2025-07-29T12:01:26.255" v="2039" actId="2696"/>
        <pc:sldMkLst>
          <pc:docMk/>
          <pc:sldMk cId="1842291357" sldId="353"/>
        </pc:sldMkLst>
      </pc:sldChg>
      <pc:sldChg chg="addSp delSp modSp add mod">
        <pc:chgData name="Antonin Blot" userId="8a366b6c-3b28-4e73-bf51-dbb9763ad534" providerId="ADAL" clId="{FE88C9FE-1EE3-4247-9E3B-EFC58D1F91B5}" dt="2025-07-29T12:16:17.896" v="2207" actId="14100"/>
        <pc:sldMkLst>
          <pc:docMk/>
          <pc:sldMk cId="4184765381" sldId="353"/>
        </pc:sldMkLst>
        <pc:spChg chg="mod">
          <ac:chgData name="Antonin Blot" userId="8a366b6c-3b28-4e73-bf51-dbb9763ad534" providerId="ADAL" clId="{FE88C9FE-1EE3-4247-9E3B-EFC58D1F91B5}" dt="2025-07-29T12:15:45.316" v="2204" actId="20577"/>
          <ac:spMkLst>
            <pc:docMk/>
            <pc:sldMk cId="4184765381" sldId="353"/>
            <ac:spMk id="2" creationId="{DDEF2F73-08EA-E658-75D5-BB4CCBCB9D99}"/>
          </ac:spMkLst>
        </pc:spChg>
        <pc:spChg chg="mod">
          <ac:chgData name="Antonin Blot" userId="8a366b6c-3b28-4e73-bf51-dbb9763ad534" providerId="ADAL" clId="{FE88C9FE-1EE3-4247-9E3B-EFC58D1F91B5}" dt="2025-07-29T12:10:41.954" v="2189" actId="6549"/>
          <ac:spMkLst>
            <pc:docMk/>
            <pc:sldMk cId="4184765381" sldId="353"/>
            <ac:spMk id="3" creationId="{2B08E031-7900-E9B6-F4EF-0C0F7AE70F64}"/>
          </ac:spMkLst>
        </pc:spChg>
        <pc:spChg chg="mod">
          <ac:chgData name="Antonin Blot" userId="8a366b6c-3b28-4e73-bf51-dbb9763ad534" providerId="ADAL" clId="{FE88C9FE-1EE3-4247-9E3B-EFC58D1F91B5}" dt="2025-07-29T12:15:49.853" v="2206" actId="1076"/>
          <ac:spMkLst>
            <pc:docMk/>
            <pc:sldMk cId="4184765381" sldId="353"/>
            <ac:spMk id="5" creationId="{5CFCD8F4-BBC3-1276-B713-62D70AE4BB4F}"/>
          </ac:spMkLst>
        </pc:spChg>
        <pc:picChg chg="add del mod">
          <ac:chgData name="Antonin Blot" userId="8a366b6c-3b28-4e73-bf51-dbb9763ad534" providerId="ADAL" clId="{FE88C9FE-1EE3-4247-9E3B-EFC58D1F91B5}" dt="2025-07-29T12:15:35.932" v="2197" actId="478"/>
          <ac:picMkLst>
            <pc:docMk/>
            <pc:sldMk cId="4184765381" sldId="353"/>
            <ac:picMk id="4" creationId="{EE405218-5AD5-3FAC-5555-ACFA323FAC25}"/>
          </ac:picMkLst>
        </pc:picChg>
        <pc:picChg chg="add mod">
          <ac:chgData name="Antonin Blot" userId="8a366b6c-3b28-4e73-bf51-dbb9763ad534" providerId="ADAL" clId="{FE88C9FE-1EE3-4247-9E3B-EFC58D1F91B5}" dt="2025-07-29T12:16:17.896" v="2207" actId="14100"/>
          <ac:picMkLst>
            <pc:docMk/>
            <pc:sldMk cId="4184765381" sldId="353"/>
            <ac:picMk id="6" creationId="{31019D32-B91E-2CF4-8E85-01923813E640}"/>
          </ac:picMkLst>
        </pc:picChg>
      </pc:sldChg>
      <pc:sldChg chg="new del">
        <pc:chgData name="Antonin Blot" userId="8a366b6c-3b28-4e73-bf51-dbb9763ad534" providerId="ADAL" clId="{FE88C9FE-1EE3-4247-9E3B-EFC58D1F91B5}" dt="2025-07-29T12:16:26.334" v="2209" actId="2696"/>
        <pc:sldMkLst>
          <pc:docMk/>
          <pc:sldMk cId="1758969942" sldId="354"/>
        </pc:sldMkLst>
      </pc:sldChg>
      <pc:sldChg chg="addSp delSp modSp add mod">
        <pc:chgData name="Antonin Blot" userId="8a366b6c-3b28-4e73-bf51-dbb9763ad534" providerId="ADAL" clId="{FE88C9FE-1EE3-4247-9E3B-EFC58D1F91B5}" dt="2025-07-29T12:27:22.367" v="2317" actId="20577"/>
        <pc:sldMkLst>
          <pc:docMk/>
          <pc:sldMk cId="2852944428" sldId="354"/>
        </pc:sldMkLst>
        <pc:spChg chg="mod">
          <ac:chgData name="Antonin Blot" userId="8a366b6c-3b28-4e73-bf51-dbb9763ad534" providerId="ADAL" clId="{FE88C9FE-1EE3-4247-9E3B-EFC58D1F91B5}" dt="2025-07-29T12:27:22.367" v="2317" actId="20577"/>
          <ac:spMkLst>
            <pc:docMk/>
            <pc:sldMk cId="2852944428" sldId="354"/>
            <ac:spMk id="2" creationId="{AD0DAB09-B348-545E-675D-58597D3DE627}"/>
          </ac:spMkLst>
        </pc:spChg>
        <pc:spChg chg="mod">
          <ac:chgData name="Antonin Blot" userId="8a366b6c-3b28-4e73-bf51-dbb9763ad534" providerId="ADAL" clId="{FE88C9FE-1EE3-4247-9E3B-EFC58D1F91B5}" dt="2025-07-29T12:16:33.159" v="2224" actId="20577"/>
          <ac:spMkLst>
            <pc:docMk/>
            <pc:sldMk cId="2852944428" sldId="354"/>
            <ac:spMk id="3" creationId="{6F331533-8654-66FA-F669-78AD9A8380D9}"/>
          </ac:spMkLst>
        </pc:spChg>
        <pc:spChg chg="del">
          <ac:chgData name="Antonin Blot" userId="8a366b6c-3b28-4e73-bf51-dbb9763ad534" providerId="ADAL" clId="{FE88C9FE-1EE3-4247-9E3B-EFC58D1F91B5}" dt="2025-07-29T12:16:59.830" v="2245" actId="478"/>
          <ac:spMkLst>
            <pc:docMk/>
            <pc:sldMk cId="2852944428" sldId="354"/>
            <ac:spMk id="5" creationId="{5D4DCA6E-2FFF-87FD-709F-EFBE92C37DB3}"/>
          </ac:spMkLst>
        </pc:spChg>
        <pc:spChg chg="add mod">
          <ac:chgData name="Antonin Blot" userId="8a366b6c-3b28-4e73-bf51-dbb9763ad534" providerId="ADAL" clId="{FE88C9FE-1EE3-4247-9E3B-EFC58D1F91B5}" dt="2025-07-29T12:25:06.493" v="2288" actId="1076"/>
          <ac:spMkLst>
            <pc:docMk/>
            <pc:sldMk cId="2852944428" sldId="354"/>
            <ac:spMk id="8" creationId="{43DF8728-EDF3-45B9-7C8B-36E389008FEE}"/>
          </ac:spMkLst>
        </pc:spChg>
        <pc:spChg chg="add mod">
          <ac:chgData name="Antonin Blot" userId="8a366b6c-3b28-4e73-bf51-dbb9763ad534" providerId="ADAL" clId="{FE88C9FE-1EE3-4247-9E3B-EFC58D1F91B5}" dt="2025-07-29T12:25:16.744" v="2294" actId="20577"/>
          <ac:spMkLst>
            <pc:docMk/>
            <pc:sldMk cId="2852944428" sldId="354"/>
            <ac:spMk id="9" creationId="{342FA6F8-4628-4FDB-34EF-3633521A0AE5}"/>
          </ac:spMkLst>
        </pc:spChg>
        <pc:spChg chg="add mod">
          <ac:chgData name="Antonin Blot" userId="8a366b6c-3b28-4e73-bf51-dbb9763ad534" providerId="ADAL" clId="{FE88C9FE-1EE3-4247-9E3B-EFC58D1F91B5}" dt="2025-07-29T12:25:49.517" v="2305" actId="20577"/>
          <ac:spMkLst>
            <pc:docMk/>
            <pc:sldMk cId="2852944428" sldId="354"/>
            <ac:spMk id="11" creationId="{14066524-B3FC-766D-6A98-05BC51F31EE1}"/>
          </ac:spMkLst>
        </pc:spChg>
        <pc:picChg chg="add mod">
          <ac:chgData name="Antonin Blot" userId="8a366b6c-3b28-4e73-bf51-dbb9763ad534" providerId="ADAL" clId="{FE88C9FE-1EE3-4247-9E3B-EFC58D1F91B5}" dt="2025-07-29T12:25:21.413" v="2295" actId="1076"/>
          <ac:picMkLst>
            <pc:docMk/>
            <pc:sldMk cId="2852944428" sldId="354"/>
            <ac:picMk id="4" creationId="{9B20DDD9-EA5E-8B45-66F3-483D56315820}"/>
          </ac:picMkLst>
        </pc:picChg>
        <pc:picChg chg="del">
          <ac:chgData name="Antonin Blot" userId="8a366b6c-3b28-4e73-bf51-dbb9763ad534" providerId="ADAL" clId="{FE88C9FE-1EE3-4247-9E3B-EFC58D1F91B5}" dt="2025-07-29T12:17:01.468" v="2246" actId="478"/>
          <ac:picMkLst>
            <pc:docMk/>
            <pc:sldMk cId="2852944428" sldId="354"/>
            <ac:picMk id="6" creationId="{E6C2122F-68E0-722D-1FFA-5EDF315CD9EE}"/>
          </ac:picMkLst>
        </pc:picChg>
        <pc:picChg chg="add mod">
          <ac:chgData name="Antonin Blot" userId="8a366b6c-3b28-4e73-bf51-dbb9763ad534" providerId="ADAL" clId="{FE88C9FE-1EE3-4247-9E3B-EFC58D1F91B5}" dt="2025-07-29T12:23:38.121" v="2252" actId="1076"/>
          <ac:picMkLst>
            <pc:docMk/>
            <pc:sldMk cId="2852944428" sldId="354"/>
            <ac:picMk id="7" creationId="{A7D29A47-F6FD-2B9C-34AC-33BEB74A5DBA}"/>
          </ac:picMkLst>
        </pc:picChg>
        <pc:picChg chg="add del mod">
          <ac:chgData name="Antonin Blot" userId="8a366b6c-3b28-4e73-bf51-dbb9763ad534" providerId="ADAL" clId="{FE88C9FE-1EE3-4247-9E3B-EFC58D1F91B5}" dt="2025-07-29T12:26:28.045" v="2307" actId="478"/>
          <ac:picMkLst>
            <pc:docMk/>
            <pc:sldMk cId="2852944428" sldId="354"/>
            <ac:picMk id="10" creationId="{CB31DCC5-5628-FCDF-57DF-D61C0A73FACD}"/>
          </ac:picMkLst>
        </pc:picChg>
        <pc:picChg chg="add mod">
          <ac:chgData name="Antonin Blot" userId="8a366b6c-3b28-4e73-bf51-dbb9763ad534" providerId="ADAL" clId="{FE88C9FE-1EE3-4247-9E3B-EFC58D1F91B5}" dt="2025-07-29T12:26:30.627" v="2309" actId="1076"/>
          <ac:picMkLst>
            <pc:docMk/>
            <pc:sldMk cId="2852944428" sldId="354"/>
            <ac:picMk id="12" creationId="{DCC7DA25-ED9A-995E-9BBE-81B39DA95213}"/>
          </ac:picMkLst>
        </pc:picChg>
      </pc:sldChg>
      <pc:sldChg chg="new del">
        <pc:chgData name="Antonin Blot" userId="8a366b6c-3b28-4e73-bf51-dbb9763ad534" providerId="ADAL" clId="{FE88C9FE-1EE3-4247-9E3B-EFC58D1F91B5}" dt="2025-07-29T12:27:00.779" v="2311" actId="2696"/>
        <pc:sldMkLst>
          <pc:docMk/>
          <pc:sldMk cId="1082208103" sldId="355"/>
        </pc:sldMkLst>
      </pc:sldChg>
      <pc:sldChg chg="addSp delSp modSp add mod">
        <pc:chgData name="Antonin Blot" userId="8a366b6c-3b28-4e73-bf51-dbb9763ad534" providerId="ADAL" clId="{FE88C9FE-1EE3-4247-9E3B-EFC58D1F91B5}" dt="2025-07-29T12:44:17.554" v="2557"/>
        <pc:sldMkLst>
          <pc:docMk/>
          <pc:sldMk cId="3235618609" sldId="355"/>
        </pc:sldMkLst>
        <pc:spChg chg="mod">
          <ac:chgData name="Antonin Blot" userId="8a366b6c-3b28-4e73-bf51-dbb9763ad534" providerId="ADAL" clId="{FE88C9FE-1EE3-4247-9E3B-EFC58D1F91B5}" dt="2025-07-29T12:28:57.690" v="2381" actId="20577"/>
          <ac:spMkLst>
            <pc:docMk/>
            <pc:sldMk cId="3235618609" sldId="355"/>
            <ac:spMk id="2" creationId="{9EB14C6B-733A-6936-BA01-D4B1A166A639}"/>
          </ac:spMkLst>
        </pc:spChg>
        <pc:spChg chg="mod">
          <ac:chgData name="Antonin Blot" userId="8a366b6c-3b28-4e73-bf51-dbb9763ad534" providerId="ADAL" clId="{FE88C9FE-1EE3-4247-9E3B-EFC58D1F91B5}" dt="2025-07-29T12:27:45.188" v="2355" actId="20577"/>
          <ac:spMkLst>
            <pc:docMk/>
            <pc:sldMk cId="3235618609" sldId="355"/>
            <ac:spMk id="3" creationId="{30321C86-1EAC-758C-773C-53AFAE32D58A}"/>
          </ac:spMkLst>
        </pc:spChg>
        <pc:spChg chg="add del mod">
          <ac:chgData name="Antonin Blot" userId="8a366b6c-3b28-4e73-bf51-dbb9763ad534" providerId="ADAL" clId="{FE88C9FE-1EE3-4247-9E3B-EFC58D1F91B5}" dt="2025-07-29T12:38:13.714" v="2421" actId="478"/>
          <ac:spMkLst>
            <pc:docMk/>
            <pc:sldMk cId="3235618609" sldId="355"/>
            <ac:spMk id="6" creationId="{10A3A71F-20BC-ACFA-B68A-4EF9506F1AC3}"/>
          </ac:spMkLst>
        </pc:spChg>
        <pc:spChg chg="del mod">
          <ac:chgData name="Antonin Blot" userId="8a366b6c-3b28-4e73-bf51-dbb9763ad534" providerId="ADAL" clId="{FE88C9FE-1EE3-4247-9E3B-EFC58D1F91B5}" dt="2025-07-29T12:39:11.231" v="2424" actId="478"/>
          <ac:spMkLst>
            <pc:docMk/>
            <pc:sldMk cId="3235618609" sldId="355"/>
            <ac:spMk id="8" creationId="{0D6AC65E-C168-D789-8F24-0C09A5C6B24A}"/>
          </ac:spMkLst>
        </pc:spChg>
        <pc:spChg chg="del">
          <ac:chgData name="Antonin Blot" userId="8a366b6c-3b28-4e73-bf51-dbb9763ad534" providerId="ADAL" clId="{FE88C9FE-1EE3-4247-9E3B-EFC58D1F91B5}" dt="2025-07-29T12:29:31.822" v="2392" actId="478"/>
          <ac:spMkLst>
            <pc:docMk/>
            <pc:sldMk cId="3235618609" sldId="355"/>
            <ac:spMk id="9" creationId="{F96A2DB9-CC4B-FB91-54B4-CE498B7D87D4}"/>
          </ac:spMkLst>
        </pc:spChg>
        <pc:spChg chg="del">
          <ac:chgData name="Antonin Blot" userId="8a366b6c-3b28-4e73-bf51-dbb9763ad534" providerId="ADAL" clId="{FE88C9FE-1EE3-4247-9E3B-EFC58D1F91B5}" dt="2025-07-29T12:29:32.847" v="2393" actId="478"/>
          <ac:spMkLst>
            <pc:docMk/>
            <pc:sldMk cId="3235618609" sldId="355"/>
            <ac:spMk id="11" creationId="{A2B8D357-6C03-896B-A29D-14A1A88F8E7B}"/>
          </ac:spMkLst>
        </pc:spChg>
        <pc:spChg chg="add del mod">
          <ac:chgData name="Antonin Blot" userId="8a366b6c-3b28-4e73-bf51-dbb9763ad534" providerId="ADAL" clId="{FE88C9FE-1EE3-4247-9E3B-EFC58D1F91B5}" dt="2025-07-29T12:38:09.283" v="2420" actId="478"/>
          <ac:spMkLst>
            <pc:docMk/>
            <pc:sldMk cId="3235618609" sldId="355"/>
            <ac:spMk id="15" creationId="{D562E207-25CE-98F3-4995-877DC6A086D7}"/>
          </ac:spMkLst>
        </pc:spChg>
        <pc:spChg chg="add del mod">
          <ac:chgData name="Antonin Blot" userId="8a366b6c-3b28-4e73-bf51-dbb9763ad534" providerId="ADAL" clId="{FE88C9FE-1EE3-4247-9E3B-EFC58D1F91B5}" dt="2025-07-29T12:44:17.339" v="2556" actId="478"/>
          <ac:spMkLst>
            <pc:docMk/>
            <pc:sldMk cId="3235618609" sldId="355"/>
            <ac:spMk id="16" creationId="{BFE54F2D-36E1-ADB6-EF8A-A97AC621FFC6}"/>
          </ac:spMkLst>
        </pc:spChg>
        <pc:spChg chg="add mod">
          <ac:chgData name="Antonin Blot" userId="8a366b6c-3b28-4e73-bf51-dbb9763ad534" providerId="ADAL" clId="{FE88C9FE-1EE3-4247-9E3B-EFC58D1F91B5}" dt="2025-07-29T12:44:17.554" v="2557"/>
          <ac:spMkLst>
            <pc:docMk/>
            <pc:sldMk cId="3235618609" sldId="355"/>
            <ac:spMk id="17" creationId="{FB22FC07-9DD5-F5E2-F77F-07BDE1420362}"/>
          </ac:spMkLst>
        </pc:spChg>
        <pc:picChg chg="del">
          <ac:chgData name="Antonin Blot" userId="8a366b6c-3b28-4e73-bf51-dbb9763ad534" providerId="ADAL" clId="{FE88C9FE-1EE3-4247-9E3B-EFC58D1F91B5}" dt="2025-07-29T12:29:07.325" v="2382" actId="478"/>
          <ac:picMkLst>
            <pc:docMk/>
            <pc:sldMk cId="3235618609" sldId="355"/>
            <ac:picMk id="4" creationId="{B76597A4-6B1C-8638-5600-8C1E63827F95}"/>
          </ac:picMkLst>
        </pc:picChg>
        <pc:picChg chg="add del mod">
          <ac:chgData name="Antonin Blot" userId="8a366b6c-3b28-4e73-bf51-dbb9763ad534" providerId="ADAL" clId="{FE88C9FE-1EE3-4247-9E3B-EFC58D1F91B5}" dt="2025-07-29T12:38:06.447" v="2419" actId="478"/>
          <ac:picMkLst>
            <pc:docMk/>
            <pc:sldMk cId="3235618609" sldId="355"/>
            <ac:picMk id="5" creationId="{EB0D85E6-73EE-3E39-7582-C5CCEDDE4D05}"/>
          </ac:picMkLst>
        </pc:picChg>
        <pc:picChg chg="del">
          <ac:chgData name="Antonin Blot" userId="8a366b6c-3b28-4e73-bf51-dbb9763ad534" providerId="ADAL" clId="{FE88C9FE-1EE3-4247-9E3B-EFC58D1F91B5}" dt="2025-07-29T12:29:30.524" v="2391" actId="478"/>
          <ac:picMkLst>
            <pc:docMk/>
            <pc:sldMk cId="3235618609" sldId="355"/>
            <ac:picMk id="7" creationId="{BAB66AF2-50F1-4FFE-5051-D582A2133D66}"/>
          </ac:picMkLst>
        </pc:picChg>
        <pc:picChg chg="add del mod">
          <ac:chgData name="Antonin Blot" userId="8a366b6c-3b28-4e73-bf51-dbb9763ad534" providerId="ADAL" clId="{FE88C9FE-1EE3-4247-9E3B-EFC58D1F91B5}" dt="2025-07-29T12:29:47.891" v="2398" actId="478"/>
          <ac:picMkLst>
            <pc:docMk/>
            <pc:sldMk cId="3235618609" sldId="355"/>
            <ac:picMk id="10" creationId="{C3ADF111-CF5A-A906-55BB-01AA0001E103}"/>
          </ac:picMkLst>
        </pc:picChg>
        <pc:picChg chg="del">
          <ac:chgData name="Antonin Blot" userId="8a366b6c-3b28-4e73-bf51-dbb9763ad534" providerId="ADAL" clId="{FE88C9FE-1EE3-4247-9E3B-EFC58D1F91B5}" dt="2025-07-29T12:29:29.969" v="2390" actId="478"/>
          <ac:picMkLst>
            <pc:docMk/>
            <pc:sldMk cId="3235618609" sldId="355"/>
            <ac:picMk id="12" creationId="{DC075606-525F-2B86-5640-D548CB0301F2}"/>
          </ac:picMkLst>
        </pc:picChg>
        <pc:picChg chg="add del mod">
          <ac:chgData name="Antonin Blot" userId="8a366b6c-3b28-4e73-bf51-dbb9763ad534" providerId="ADAL" clId="{FE88C9FE-1EE3-4247-9E3B-EFC58D1F91B5}" dt="2025-07-29T12:38:06.447" v="2419" actId="478"/>
          <ac:picMkLst>
            <pc:docMk/>
            <pc:sldMk cId="3235618609" sldId="355"/>
            <ac:picMk id="13" creationId="{CE5DBDF8-E1DB-E4E8-45A3-416F0874B038}"/>
          </ac:picMkLst>
        </pc:picChg>
        <pc:picChg chg="add del mod">
          <ac:chgData name="Antonin Blot" userId="8a366b6c-3b28-4e73-bf51-dbb9763ad534" providerId="ADAL" clId="{FE88C9FE-1EE3-4247-9E3B-EFC58D1F91B5}" dt="2025-07-29T12:38:06.447" v="2419" actId="478"/>
          <ac:picMkLst>
            <pc:docMk/>
            <pc:sldMk cId="3235618609" sldId="355"/>
            <ac:picMk id="14" creationId="{C6A998E7-D59A-32DF-6E3C-C1517ECB85E4}"/>
          </ac:picMkLst>
        </pc:picChg>
      </pc:sldChg>
      <pc:sldChg chg="modSp add del mod">
        <pc:chgData name="Antonin Blot" userId="8a366b6c-3b28-4e73-bf51-dbb9763ad534" providerId="ADAL" clId="{FE88C9FE-1EE3-4247-9E3B-EFC58D1F91B5}" dt="2025-07-29T12:46:58.820" v="2558" actId="2696"/>
        <pc:sldMkLst>
          <pc:docMk/>
          <pc:sldMk cId="2374856112" sldId="356"/>
        </pc:sldMkLst>
        <pc:spChg chg="mod">
          <ac:chgData name="Antonin Blot" userId="8a366b6c-3b28-4e73-bf51-dbb9763ad534" providerId="ADAL" clId="{FE88C9FE-1EE3-4247-9E3B-EFC58D1F91B5}" dt="2025-07-29T12:37:50.994" v="2416" actId="1076"/>
          <ac:spMkLst>
            <pc:docMk/>
            <pc:sldMk cId="2374856112" sldId="356"/>
            <ac:spMk id="2" creationId="{2BD795CF-533B-567A-DBD2-2E47B2F0E78F}"/>
          </ac:spMkLst>
        </pc:spChg>
      </pc:sldChg>
      <pc:sldChg chg="addSp modSp add mod">
        <pc:chgData name="Antonin Blot" userId="8a366b6c-3b28-4e73-bf51-dbb9763ad534" providerId="ADAL" clId="{FE88C9FE-1EE3-4247-9E3B-EFC58D1F91B5}" dt="2025-07-29T12:44:13.196" v="2555" actId="1036"/>
        <pc:sldMkLst>
          <pc:docMk/>
          <pc:sldMk cId="2981263467" sldId="357"/>
        </pc:sldMkLst>
        <pc:spChg chg="add mod">
          <ac:chgData name="Antonin Blot" userId="8a366b6c-3b28-4e73-bf51-dbb9763ad534" providerId="ADAL" clId="{FE88C9FE-1EE3-4247-9E3B-EFC58D1F91B5}" dt="2025-07-29T12:44:13.196" v="2555" actId="1036"/>
          <ac:spMkLst>
            <pc:docMk/>
            <pc:sldMk cId="2981263467" sldId="357"/>
            <ac:spMk id="4" creationId="{AE525AF6-D645-4592-735C-0797389B0747}"/>
          </ac:spMkLst>
        </pc:spChg>
        <pc:spChg chg="mod">
          <ac:chgData name="Antonin Blot" userId="8a366b6c-3b28-4e73-bf51-dbb9763ad534" providerId="ADAL" clId="{FE88C9FE-1EE3-4247-9E3B-EFC58D1F91B5}" dt="2025-07-29T12:44:07.506" v="2553" actId="1036"/>
          <ac:spMkLst>
            <pc:docMk/>
            <pc:sldMk cId="2981263467" sldId="357"/>
            <ac:spMk id="6" creationId="{9DCDF210-4E89-C583-D5E8-618D99161DE6}"/>
          </ac:spMkLst>
        </pc:spChg>
        <pc:spChg chg="mod">
          <ac:chgData name="Antonin Blot" userId="8a366b6c-3b28-4e73-bf51-dbb9763ad534" providerId="ADAL" clId="{FE88C9FE-1EE3-4247-9E3B-EFC58D1F91B5}" dt="2025-07-29T12:44:07.506" v="2553" actId="1036"/>
          <ac:spMkLst>
            <pc:docMk/>
            <pc:sldMk cId="2981263467" sldId="357"/>
            <ac:spMk id="8" creationId="{A576410E-30A6-18C8-1735-DEF6C741B4D1}"/>
          </ac:spMkLst>
        </pc:spChg>
        <pc:spChg chg="mod">
          <ac:chgData name="Antonin Blot" userId="8a366b6c-3b28-4e73-bf51-dbb9763ad534" providerId="ADAL" clId="{FE88C9FE-1EE3-4247-9E3B-EFC58D1F91B5}" dt="2025-07-29T12:44:07.506" v="2553" actId="1036"/>
          <ac:spMkLst>
            <pc:docMk/>
            <pc:sldMk cId="2981263467" sldId="357"/>
            <ac:spMk id="15" creationId="{63EF01B4-DF14-2E14-D494-7D5B52C9654C}"/>
          </ac:spMkLst>
        </pc:spChg>
        <pc:picChg chg="mod">
          <ac:chgData name="Antonin Blot" userId="8a366b6c-3b28-4e73-bf51-dbb9763ad534" providerId="ADAL" clId="{FE88C9FE-1EE3-4247-9E3B-EFC58D1F91B5}" dt="2025-07-29T12:43:51.635" v="2534" actId="1035"/>
          <ac:picMkLst>
            <pc:docMk/>
            <pc:sldMk cId="2981263467" sldId="357"/>
            <ac:picMk id="5" creationId="{25037BDD-390F-32E1-4E3C-C67DB3C1E97E}"/>
          </ac:picMkLst>
        </pc:picChg>
        <pc:picChg chg="mod">
          <ac:chgData name="Antonin Blot" userId="8a366b6c-3b28-4e73-bf51-dbb9763ad534" providerId="ADAL" clId="{FE88C9FE-1EE3-4247-9E3B-EFC58D1F91B5}" dt="2025-07-29T12:43:51.635" v="2534" actId="1035"/>
          <ac:picMkLst>
            <pc:docMk/>
            <pc:sldMk cId="2981263467" sldId="357"/>
            <ac:picMk id="13" creationId="{0CCE1CF6-42A4-0DA9-D9CC-D9D1ED4A95DA}"/>
          </ac:picMkLst>
        </pc:picChg>
        <pc:picChg chg="mod">
          <ac:chgData name="Antonin Blot" userId="8a366b6c-3b28-4e73-bf51-dbb9763ad534" providerId="ADAL" clId="{FE88C9FE-1EE3-4247-9E3B-EFC58D1F91B5}" dt="2025-07-29T12:43:51.635" v="2534" actId="1035"/>
          <ac:picMkLst>
            <pc:docMk/>
            <pc:sldMk cId="2981263467" sldId="357"/>
            <ac:picMk id="14" creationId="{890FE136-25A0-EA69-D8AD-5D387982783F}"/>
          </ac:picMkLst>
        </pc:picChg>
      </pc:sldChg>
      <pc:sldChg chg="addSp delSp modSp add mod">
        <pc:chgData name="Antonin Blot" userId="8a366b6c-3b28-4e73-bf51-dbb9763ad534" providerId="ADAL" clId="{FE88C9FE-1EE3-4247-9E3B-EFC58D1F91B5}" dt="2025-07-29T12:51:43.262" v="2655" actId="1076"/>
        <pc:sldMkLst>
          <pc:docMk/>
          <pc:sldMk cId="2478515042" sldId="358"/>
        </pc:sldMkLst>
        <pc:spChg chg="del">
          <ac:chgData name="Antonin Blot" userId="8a366b6c-3b28-4e73-bf51-dbb9763ad534" providerId="ADAL" clId="{FE88C9FE-1EE3-4247-9E3B-EFC58D1F91B5}" dt="2025-07-29T12:47:19.499" v="2571" actId="478"/>
          <ac:spMkLst>
            <pc:docMk/>
            <pc:sldMk cId="2478515042" sldId="358"/>
            <ac:spMk id="2" creationId="{D9A496A6-B1EF-C754-83F5-5C20C1457C9B}"/>
          </ac:spMkLst>
        </pc:spChg>
        <pc:spChg chg="mod">
          <ac:chgData name="Antonin Blot" userId="8a366b6c-3b28-4e73-bf51-dbb9763ad534" providerId="ADAL" clId="{FE88C9FE-1EE3-4247-9E3B-EFC58D1F91B5}" dt="2025-07-29T12:47:17.012" v="2570" actId="20577"/>
          <ac:spMkLst>
            <pc:docMk/>
            <pc:sldMk cId="2478515042" sldId="358"/>
            <ac:spMk id="3" creationId="{B02098BE-44E7-C314-61D2-6DCA8AF7367C}"/>
          </ac:spMkLst>
        </pc:spChg>
        <pc:spChg chg="del">
          <ac:chgData name="Antonin Blot" userId="8a366b6c-3b28-4e73-bf51-dbb9763ad534" providerId="ADAL" clId="{FE88C9FE-1EE3-4247-9E3B-EFC58D1F91B5}" dt="2025-07-29T12:47:21.623" v="2572" actId="478"/>
          <ac:spMkLst>
            <pc:docMk/>
            <pc:sldMk cId="2478515042" sldId="358"/>
            <ac:spMk id="4" creationId="{B86BFA0B-313B-5B51-D152-735884991170}"/>
          </ac:spMkLst>
        </pc:spChg>
        <pc:spChg chg="del">
          <ac:chgData name="Antonin Blot" userId="8a366b6c-3b28-4e73-bf51-dbb9763ad534" providerId="ADAL" clId="{FE88C9FE-1EE3-4247-9E3B-EFC58D1F91B5}" dt="2025-07-29T12:48:24.580" v="2604" actId="478"/>
          <ac:spMkLst>
            <pc:docMk/>
            <pc:sldMk cId="2478515042" sldId="358"/>
            <ac:spMk id="6" creationId="{F91ED5A6-1622-DED9-10D7-5D20F24F29CA}"/>
          </ac:spMkLst>
        </pc:spChg>
        <pc:spChg chg="mod">
          <ac:chgData name="Antonin Blot" userId="8a366b6c-3b28-4e73-bf51-dbb9763ad534" providerId="ADAL" clId="{FE88C9FE-1EE3-4247-9E3B-EFC58D1F91B5}" dt="2025-07-29T12:51:06.622" v="2650" actId="1076"/>
          <ac:spMkLst>
            <pc:docMk/>
            <pc:sldMk cId="2478515042" sldId="358"/>
            <ac:spMk id="8" creationId="{389D460B-5E62-E570-E2FD-210D310189EF}"/>
          </ac:spMkLst>
        </pc:spChg>
        <pc:spChg chg="add mod">
          <ac:chgData name="Antonin Blot" userId="8a366b6c-3b28-4e73-bf51-dbb9763ad534" providerId="ADAL" clId="{FE88C9FE-1EE3-4247-9E3B-EFC58D1F91B5}" dt="2025-07-29T12:50:05.553" v="2644" actId="20577"/>
          <ac:spMkLst>
            <pc:docMk/>
            <pc:sldMk cId="2478515042" sldId="358"/>
            <ac:spMk id="9" creationId="{14B5D950-36A5-1484-B1D0-D1DEBDF46F5E}"/>
          </ac:spMkLst>
        </pc:spChg>
        <pc:spChg chg="del">
          <ac:chgData name="Antonin Blot" userId="8a366b6c-3b28-4e73-bf51-dbb9763ad534" providerId="ADAL" clId="{FE88C9FE-1EE3-4247-9E3B-EFC58D1F91B5}" dt="2025-07-29T12:48:18.490" v="2601" actId="478"/>
          <ac:spMkLst>
            <pc:docMk/>
            <pc:sldMk cId="2478515042" sldId="358"/>
            <ac:spMk id="15" creationId="{D6F99B11-F328-8EBA-273D-BCC7D37058D4}"/>
          </ac:spMkLst>
        </pc:spChg>
        <pc:picChg chg="del mod">
          <ac:chgData name="Antonin Blot" userId="8a366b6c-3b28-4e73-bf51-dbb9763ad534" providerId="ADAL" clId="{FE88C9FE-1EE3-4247-9E3B-EFC58D1F91B5}" dt="2025-07-29T12:49:39.860" v="2636" actId="478"/>
          <ac:picMkLst>
            <pc:docMk/>
            <pc:sldMk cId="2478515042" sldId="358"/>
            <ac:picMk id="5" creationId="{94F49293-37D3-44D8-49CE-40433250D7ED}"/>
          </ac:picMkLst>
        </pc:picChg>
        <pc:picChg chg="add mod">
          <ac:chgData name="Antonin Blot" userId="8a366b6c-3b28-4e73-bf51-dbb9763ad534" providerId="ADAL" clId="{FE88C9FE-1EE3-4247-9E3B-EFC58D1F91B5}" dt="2025-07-29T12:51:39.438" v="2652" actId="1076"/>
          <ac:picMkLst>
            <pc:docMk/>
            <pc:sldMk cId="2478515042" sldId="358"/>
            <ac:picMk id="7" creationId="{1541603C-A207-BF5F-DD8F-1A9D663E9B6A}"/>
          </ac:picMkLst>
        </pc:picChg>
        <pc:picChg chg="add mod">
          <ac:chgData name="Antonin Blot" userId="8a366b6c-3b28-4e73-bf51-dbb9763ad534" providerId="ADAL" clId="{FE88C9FE-1EE3-4247-9E3B-EFC58D1F91B5}" dt="2025-07-29T12:51:43.262" v="2655" actId="1076"/>
          <ac:picMkLst>
            <pc:docMk/>
            <pc:sldMk cId="2478515042" sldId="358"/>
            <ac:picMk id="10" creationId="{3114BD60-6C3F-BFC6-3AB3-DB78FB3DAD8B}"/>
          </ac:picMkLst>
        </pc:picChg>
        <pc:picChg chg="del">
          <ac:chgData name="Antonin Blot" userId="8a366b6c-3b28-4e73-bf51-dbb9763ad534" providerId="ADAL" clId="{FE88C9FE-1EE3-4247-9E3B-EFC58D1F91B5}" dt="2025-07-29T12:48:21.759" v="2603" actId="478"/>
          <ac:picMkLst>
            <pc:docMk/>
            <pc:sldMk cId="2478515042" sldId="358"/>
            <ac:picMk id="13" creationId="{7EBBF236-9212-78E3-95BE-EC2769CD4207}"/>
          </ac:picMkLst>
        </pc:picChg>
        <pc:picChg chg="del mod">
          <ac:chgData name="Antonin Blot" userId="8a366b6c-3b28-4e73-bf51-dbb9763ad534" providerId="ADAL" clId="{FE88C9FE-1EE3-4247-9E3B-EFC58D1F91B5}" dt="2025-07-29T12:48:20.177" v="2602" actId="478"/>
          <ac:picMkLst>
            <pc:docMk/>
            <pc:sldMk cId="2478515042" sldId="358"/>
            <ac:picMk id="14" creationId="{8C0297C2-D686-CEFF-4AAF-B4D41A95D7DC}"/>
          </ac:picMkLst>
        </pc:picChg>
      </pc:sldChg>
      <pc:sldChg chg="addSp delSp modSp add mod">
        <pc:chgData name="Antonin Blot" userId="8a366b6c-3b28-4e73-bf51-dbb9763ad534" providerId="ADAL" clId="{FE88C9FE-1EE3-4247-9E3B-EFC58D1F91B5}" dt="2025-07-29T13:03:31.519" v="2717" actId="1076"/>
        <pc:sldMkLst>
          <pc:docMk/>
          <pc:sldMk cId="2419285760" sldId="359"/>
        </pc:sldMkLst>
        <pc:spChg chg="add del mod">
          <ac:chgData name="Antonin Blot" userId="8a366b6c-3b28-4e73-bf51-dbb9763ad534" providerId="ADAL" clId="{FE88C9FE-1EE3-4247-9E3B-EFC58D1F91B5}" dt="2025-07-29T12:57:20.807" v="2683"/>
          <ac:spMkLst>
            <pc:docMk/>
            <pc:sldMk cId="2419285760" sldId="359"/>
            <ac:spMk id="2" creationId="{F542FD34-D740-22E6-2032-4CB427135C41}"/>
          </ac:spMkLst>
        </pc:spChg>
        <pc:spChg chg="mod">
          <ac:chgData name="Antonin Blot" userId="8a366b6c-3b28-4e73-bf51-dbb9763ad534" providerId="ADAL" clId="{FE88C9FE-1EE3-4247-9E3B-EFC58D1F91B5}" dt="2025-07-29T12:57:19.067" v="2680" actId="20577"/>
          <ac:spMkLst>
            <pc:docMk/>
            <pc:sldMk cId="2419285760" sldId="359"/>
            <ac:spMk id="3" creationId="{50E611F8-3352-6787-D492-94198002D50E}"/>
          </ac:spMkLst>
        </pc:spChg>
        <pc:spChg chg="del mod">
          <ac:chgData name="Antonin Blot" userId="8a366b6c-3b28-4e73-bf51-dbb9763ad534" providerId="ADAL" clId="{FE88C9FE-1EE3-4247-9E3B-EFC58D1F91B5}" dt="2025-07-29T12:57:25.380" v="2687" actId="478"/>
          <ac:spMkLst>
            <pc:docMk/>
            <pc:sldMk cId="2419285760" sldId="359"/>
            <ac:spMk id="8" creationId="{8B808249-989D-3BE9-DF52-357F5DB9BE13}"/>
          </ac:spMkLst>
        </pc:spChg>
        <pc:spChg chg="del">
          <ac:chgData name="Antonin Blot" userId="8a366b6c-3b28-4e73-bf51-dbb9763ad534" providerId="ADAL" clId="{FE88C9FE-1EE3-4247-9E3B-EFC58D1F91B5}" dt="2025-07-29T12:57:22.386" v="2685" actId="478"/>
          <ac:spMkLst>
            <pc:docMk/>
            <pc:sldMk cId="2419285760" sldId="359"/>
            <ac:spMk id="9" creationId="{B5415842-52C4-AEC0-A421-6BB12FE7AEBF}"/>
          </ac:spMkLst>
        </pc:spChg>
        <pc:spChg chg="add mod">
          <ac:chgData name="Antonin Blot" userId="8a366b6c-3b28-4e73-bf51-dbb9763ad534" providerId="ADAL" clId="{FE88C9FE-1EE3-4247-9E3B-EFC58D1F91B5}" dt="2025-07-29T13:03:31.519" v="2717" actId="1076"/>
          <ac:spMkLst>
            <pc:docMk/>
            <pc:sldMk cId="2419285760" sldId="359"/>
            <ac:spMk id="11" creationId="{F8A00127-1EE0-4A01-90D8-215D8D13E11C}"/>
          </ac:spMkLst>
        </pc:spChg>
        <pc:picChg chg="add del mod">
          <ac:chgData name="Antonin Blot" userId="8a366b6c-3b28-4e73-bf51-dbb9763ad534" providerId="ADAL" clId="{FE88C9FE-1EE3-4247-9E3B-EFC58D1F91B5}" dt="2025-07-29T13:00:15.661" v="2693" actId="478"/>
          <ac:picMkLst>
            <pc:docMk/>
            <pc:sldMk cId="2419285760" sldId="359"/>
            <ac:picMk id="4" creationId="{BF6B6D2A-CFED-E42F-9573-F34700BCD5C5}"/>
          </ac:picMkLst>
        </pc:picChg>
        <pc:picChg chg="add del mod">
          <ac:chgData name="Antonin Blot" userId="8a366b6c-3b28-4e73-bf51-dbb9763ad534" providerId="ADAL" clId="{FE88C9FE-1EE3-4247-9E3B-EFC58D1F91B5}" dt="2025-07-29T13:01:25.310" v="2698" actId="478"/>
          <ac:picMkLst>
            <pc:docMk/>
            <pc:sldMk cId="2419285760" sldId="359"/>
            <ac:picMk id="5" creationId="{D2AA5A56-B195-8D59-692E-62A7FBC3AEBE}"/>
          </ac:picMkLst>
        </pc:picChg>
        <pc:picChg chg="add mod">
          <ac:chgData name="Antonin Blot" userId="8a366b6c-3b28-4e73-bf51-dbb9763ad534" providerId="ADAL" clId="{FE88C9FE-1EE3-4247-9E3B-EFC58D1F91B5}" dt="2025-07-29T13:02:06.941" v="2706" actId="1076"/>
          <ac:picMkLst>
            <pc:docMk/>
            <pc:sldMk cId="2419285760" sldId="359"/>
            <ac:picMk id="6" creationId="{B0F2BF23-0145-C46E-7C54-9E97E412FDB1}"/>
          </ac:picMkLst>
        </pc:picChg>
        <pc:picChg chg="del">
          <ac:chgData name="Antonin Blot" userId="8a366b6c-3b28-4e73-bf51-dbb9763ad534" providerId="ADAL" clId="{FE88C9FE-1EE3-4247-9E3B-EFC58D1F91B5}" dt="2025-07-29T12:57:20.634" v="2681" actId="478"/>
          <ac:picMkLst>
            <pc:docMk/>
            <pc:sldMk cId="2419285760" sldId="359"/>
            <ac:picMk id="7" creationId="{58240A4C-BE9C-5830-41D1-0907D361E284}"/>
          </ac:picMkLst>
        </pc:picChg>
        <pc:picChg chg="del">
          <ac:chgData name="Antonin Blot" userId="8a366b6c-3b28-4e73-bf51-dbb9763ad534" providerId="ADAL" clId="{FE88C9FE-1EE3-4247-9E3B-EFC58D1F91B5}" dt="2025-07-29T12:57:20.993" v="2684" actId="478"/>
          <ac:picMkLst>
            <pc:docMk/>
            <pc:sldMk cId="2419285760" sldId="359"/>
            <ac:picMk id="10" creationId="{FF471011-0834-05BF-1977-BFE41F66FB57}"/>
          </ac:picMkLst>
        </pc:picChg>
      </pc:sldChg>
      <pc:sldChg chg="new del">
        <pc:chgData name="Antonin Blot" userId="8a366b6c-3b28-4e73-bf51-dbb9763ad534" providerId="ADAL" clId="{FE88C9FE-1EE3-4247-9E3B-EFC58D1F91B5}" dt="2025-07-29T13:05:11.112" v="2719" actId="2696"/>
        <pc:sldMkLst>
          <pc:docMk/>
          <pc:sldMk cId="561233497" sldId="360"/>
        </pc:sldMkLst>
      </pc:sldChg>
      <pc:sldChg chg="addSp delSp modSp add mod">
        <pc:chgData name="Antonin Blot" userId="8a366b6c-3b28-4e73-bf51-dbb9763ad534" providerId="ADAL" clId="{FE88C9FE-1EE3-4247-9E3B-EFC58D1F91B5}" dt="2025-07-29T13:51:15.114" v="3209" actId="58"/>
        <pc:sldMkLst>
          <pc:docMk/>
          <pc:sldMk cId="2341217660" sldId="360"/>
        </pc:sldMkLst>
        <pc:spChg chg="add mod">
          <ac:chgData name="Antonin Blot" userId="8a366b6c-3b28-4e73-bf51-dbb9763ad534" providerId="ADAL" clId="{FE88C9FE-1EE3-4247-9E3B-EFC58D1F91B5}" dt="2025-07-29T13:13:29.450" v="2859" actId="1076"/>
          <ac:spMkLst>
            <pc:docMk/>
            <pc:sldMk cId="2341217660" sldId="360"/>
            <ac:spMk id="2" creationId="{16D2AA3A-DE60-EA72-289C-839267049EB7}"/>
          </ac:spMkLst>
        </pc:spChg>
        <pc:spChg chg="add del">
          <ac:chgData name="Antonin Blot" userId="8a366b6c-3b28-4e73-bf51-dbb9763ad534" providerId="ADAL" clId="{FE88C9FE-1EE3-4247-9E3B-EFC58D1F91B5}" dt="2025-07-29T13:05:38.599" v="2750" actId="478"/>
          <ac:spMkLst>
            <pc:docMk/>
            <pc:sldMk cId="2341217660" sldId="360"/>
            <ac:spMk id="2" creationId="{5CD400F4-06E7-D0A9-9661-60A7C4490F8A}"/>
          </ac:spMkLst>
        </pc:spChg>
        <pc:spChg chg="mod">
          <ac:chgData name="Antonin Blot" userId="8a366b6c-3b28-4e73-bf51-dbb9763ad534" providerId="ADAL" clId="{FE88C9FE-1EE3-4247-9E3B-EFC58D1F91B5}" dt="2025-07-29T13:05:20.566" v="2746" actId="20577"/>
          <ac:spMkLst>
            <pc:docMk/>
            <pc:sldMk cId="2341217660" sldId="360"/>
            <ac:spMk id="3" creationId="{ACCD369E-D3A1-FC2D-D0A6-6CAB85191DE9}"/>
          </ac:spMkLst>
        </pc:spChg>
        <pc:spChg chg="add mod">
          <ac:chgData name="Antonin Blot" userId="8a366b6c-3b28-4e73-bf51-dbb9763ad534" providerId="ADAL" clId="{FE88C9FE-1EE3-4247-9E3B-EFC58D1F91B5}" dt="2025-07-29T13:51:15.114" v="3209" actId="58"/>
          <ac:spMkLst>
            <pc:docMk/>
            <pc:sldMk cId="2341217660" sldId="360"/>
            <ac:spMk id="4" creationId="{76E38F55-9A43-8232-9DCA-E246FA2B475C}"/>
          </ac:spMkLst>
        </pc:spChg>
        <pc:spChg chg="del">
          <ac:chgData name="Antonin Blot" userId="8a366b6c-3b28-4e73-bf51-dbb9763ad534" providerId="ADAL" clId="{FE88C9FE-1EE3-4247-9E3B-EFC58D1F91B5}" dt="2025-07-29T13:05:36.808" v="2748" actId="478"/>
          <ac:spMkLst>
            <pc:docMk/>
            <pc:sldMk cId="2341217660" sldId="360"/>
            <ac:spMk id="11" creationId="{9670DBF1-C728-BA7E-B2D0-55EB07D00935}"/>
          </ac:spMkLst>
        </pc:spChg>
        <pc:picChg chg="del">
          <ac:chgData name="Antonin Blot" userId="8a366b6c-3b28-4e73-bf51-dbb9763ad534" providerId="ADAL" clId="{FE88C9FE-1EE3-4247-9E3B-EFC58D1F91B5}" dt="2025-07-29T13:05:22.234" v="2747" actId="478"/>
          <ac:picMkLst>
            <pc:docMk/>
            <pc:sldMk cId="2341217660" sldId="360"/>
            <ac:picMk id="6" creationId="{AC69CB5A-FD6C-6431-2D5F-27D1B58B896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1:55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0 24575,'-9'0'0,"0"0"0,3 0 0,-2 0 0,2 0 0,-3 2 0,2 0 0,0 0 0,-2 2 0,1-1 0,-3 1 0,0 1 0,0 1 0,0 0 0,1-1 0,2 0 0,0-1 0,1-1 0,2-1 0,1 2 0,1-1 0,0 2 0,1-1 0,-1-1 0,-2 0 0,-1 1 0,-1 2 0,0 1 0,-1 1 0,1 0 0,1-1 0,-1-1 0,3 0 0,1-1 0,0-1 0,2-1 0,-1 1 0,1 0 0,1 0 0,0 2 0,0 1 0,0 2 0,0 1 0,1 0 0,2 0 0,1 0 0,2 0 0,-1-1 0,1 0 0,-1-3 0,-1 0 0,1 0 0,-1-1 0,1 1 0,1 1 0,1-1 0,0-1 0,-1 0 0,0 1 0,-1-1 0,0 0 0,0-1 0,1 0 0,-1-1 0,-1-1 0,1 0 0,-1 0 0,1 1 0,0-1 0,0 1 0,0-2 0,0 1 0,0 0 0,0-1 0,0 2 0,0-2 0,0 0 0,0 0 0,-1-1 0,1 0 0,0 0 0,0 0 0,-1 0 0,3 0 0,1 0 0,2 0 0,0 0 0,1 0 0,-1 0 0,0-1 0,-1 0 0,-2-2 0,0 0 0,0 0 0,-1 0 0,-1-1 0,1 0 0,-1-1 0,-1 0 0,0 1 0,-1 0 0,-1 0 0,1 0 0,-2-1 0,0 0 0,-1-1 0,0 1 0,2-3 0,-1 0 0,1-1 0,-1 0 0,-1 0 0,0 0 0,0-1 0,0 1 0,0 2 0,0 0 0,0 1 0,0 1 0,0-1 0,0-1 0,0-1 0,0-1 0,0 1 0,0-2 0,0 0 0,-1-2 0,-2 0 0,-2 1 0,-1 0 0,-1 2 0,1 1 0,0 0 0,-1 1 0,0 2 0,0-1 0,1 1 0,0 0 0,1 1 0,-1 0 0,-1 1 0,2 1 0,0-1 0,2 2 0,-1 0 0,1 1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1:58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2804 0 24575,'-11'0'0,"-31"14"0,-1 7 0,-6 5-2475,-13 10 1,-5 7 2474,5-1 0,-4 5 0,-1 3-1078,-3 7 1,0 3 0,-1 3 1077,14-11 0,1 3 0,-1 1 0,1 0 0,2-1 0,-1 1 0,2 2 0,0 2-587,-3 7 0,1 3 0,1 2 0,0 2 587,-3 5 0,0 2 0,2 1 0,1-1 0,4-4 0,2-1 0,0 1 0,1 1-612,-2 3 1,1 2 0,0 0 0,3-2 611,7-8 0,1-2 0,1 0 0,1-1 0,-9 18 0,1-1 0,1-1 0,1-2 0,2 0 0,1-2-35,4-9 0,2-1 0,2-2 35,3-5 0,2-2 0,1-1 527,-9 24 1,0-1-528,3-7 0,2-2 1433,5-12 1,3-2-1434,3-12 0,2-1 3688,-12 44-3688,6-19 2473,7-14-2473,5-9 2051,3-7-2051,1-4 945,3-5-945,1-4 0,1-4 0,-2-5 0,1-4 0,-1-6 0,0-3 0,2-3 0,0-1 0,-1 1 0,1-3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6:41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24575,'14'0'0,"0"0"0,0 0 0,0 0 0,0 0 0,1 0 0,0 0 0,0 0 0,-2 0 0,-3 0 0,2 0 0,-2 0 0,0 1 0,-1 0 0,0 1 0,0 0 0,-3 0 0,0-1 0,-1 0 0,0-1 0,0 0 0,0 0 0,-2 1 0,1 0 0,-1 1 0,0-1 0,2-1 0,1 0 0,2 0 0,2 0 0,2 0 0,-1 0 0,0 0 0,0 0 0,0 0 0,0 0 0,0 0 0,2 0 0,2 0 0,3 0 0,2 0 0,1 0 0,1 0 0,-1 0 0,1 0 0,-2 0 0,-2 0 0,-3 0 0,-1 0 0,-1 0 0,-2 0 0,-2 0 0,-1 0 0,0 0 0,-2 0 0,1 0 0,0 0 0,1 0 0,1 0 0,1 0 0,1 0 0,0 0 0,1 0 0,-1 0 0,1 0 0,-1 0 0,0 0 0,2 0 0,0 0 0,-1 0 0,0 0 0,0 0 0,0 0 0,3 0 0,0 0 0,2 0 0,0 0 0,3 0 0,-3 0 0,0 0 0,0 0 0,-2 0 0,2 0 0,0 0 0,-1 0 0,3 0 0,-1 0 0,-2 0 0,2 0 0,0 0 0,1 0 0,2 0 0,0 0 0,2 0 0,0-1 0,0-1 0,1 0 0,-1 1 0,3-1 0,-3 0 0,0 1 0,0-1 0,-3 2 0,1 0 0,-4 0 0,-2 0 0,-2 0 0,-1 0 0,2 0 0,-1 0 0,1 0 0,-1 0 0,-1 0 0,1 0 0,0 0 0,1 0 0,-1 0 0,-1 0 0,-1 0 0,0 0 0,1 0 0,-1 0 0,0 0 0,1 0 0,2 0 0,1 0 0,1 0 0,-1 0 0,2 0 0,0 0 0,1 0 0,2 0 0,1 0 0,1 0 0,-2 0 0,1 0 0,0 0 0,-1 0 0,2 0 0,-1 0 0,-2 0 0,-1 0 0,-2 0 0,1 0 0,1 0 0,1 0 0,0 0 0,-1 0 0,-1 0 0,0-1 0,1-1 0,0-1 0,1 0 0,-1 1 0,1-1 0,-3 2 0,0-1 0,-1 0 0,-1 2 0,3 0 0,-2 0 0,1 0 0,-1 0 0,-1 0 0,-1 0 0,0 0 0,-1 0 0,0 0 0,-1 0 0,1 0 0,-1 0 0,1 0 0,-1 0 0,0 0 0,0 0 0,0 0 0,2 0 0,-1 0 0,1 0 0,0 0 0,-1 0 0,3 0 0,-2 0 0,2 0 0,-2 0 0,-2 0 0,2 2 0,1-1 0,-1 1 0,2 1 0,-2-2 0,-1 2 0,0-1 0,1 1 0,1 0 0,0 0 0,1 0 0,0-2 0,1 2 0,1-1 0,-2-1 0,0 1 0,1-1 0,-3 0 0,2 2 0,-2 0 0,1-1 0,0-1 0,-2 0 0,0 0 0,-1 0 0,0 1 0,2-2 0,1 0 0,-1 1 0,1-1 0,-1 0 0,0 0 0,0 0 0,0 0 0,0 0 0,2 0 0,2 0 0,-2 0 0,1 0 0,-1 0 0,-2 0 0,1 0 0,-1 0 0,1 0 0,0 0 0,0 0 0,1 0 0,0 0 0,-1 0 0,1 0 0,-1 0 0,1 0 0,0 0 0,1 0 0,-2 0 0,0 0 0,0 0 0,-2-1 0,0 0 0,-1-1 0,-2 0 0,0 0 0,1 1 0,0-1 0,0 2 0,-1 0 0,0 0 0,-2 0 0,-1 0 0,0 0 0,-1 0 0,1 0 0,-1 0 0,0 0 0,0 0 0,0 0 0,1 0 0,1 0 0,1 0 0,0 0 0,1 0 0,1 0 0,1 0 0,1 0 0,-1-2 0,2 1 0,1-1 0,1 1 0,0 0 0,0-1 0,0 1 0,-1-1 0,0 2 0,-2-2 0,-2 1 0,-2 0 0,1 0 0,-2 1 0,0 0 0,-1-1 0,-1 1 0,0 0 0,1 0 0,-1 0 0,-1 0 0,1 0 0,-1 0 0,1 0 0,0 0 0,-1 0 0,2-1 0,-1 0 0,0 0 0,0-1 0,0 2 0,1 0 0,-1 0 0,0-1 0,0-1 0,0 1 0,0 0 0,0 0 0,-1 0 0,1 0 0,1-1 0,1 1 0,-1 0 0,0-1 0,-1 1 0,1 1 0,-1-1 0,0-1 0,0 1 0,0 0 0,0 0 0,-2 1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3:39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24575,'-7'8'0,"2"0"0,2 4 0,0 1 0,1-1 0,0 4 0,2-1 0,0 3 0,0 3 0,0 7 0,0 3 0,3 1 0,6 2 0,4-2 0,5 2 0,-2-3 0,0-4 0,-1-3 0,0-2 0,2 1 0,-2-4 0,-1-5 0,-2-2 0,-2-4 0,-1 0 0,0-1 0,-2-2 0,0 1 0,-2-2 0,0-2 0,2-1 0,0-1 0,0 0 0,1 0 0,0 0 0,3 0 0,3 0 0,-1-1 0,1-4 0,0-3 0,-1-4 0,-1-3 0,-1-2 0,-1 0 0,-2-2 0,-2 0 0,-2-1 0,-2-1 0,-2 3 0,0 0 0,-3-2 0,-3 1 0,-5 1 0,-4 1 0,-2 3 0,-3 1 0,-1-1 0,-1 2 0,2 3 0,2 1 0,3 2 0,1-1 0,0 2 0,3 1 0,1 1 0,2 1 0,0-1 0,0 1 0,2 0 0,-1 0 0,1-1 0,0 0 0,0 1 0,-1-1 0,0-1 0,0 0 0,0 0 0,1 0 0,1 0 0,0 0 0,-1-1 0,2 0 0,1 1 0,1 1 0,0-1 0,1 1 0,0-2 0,0 0 0,-1 0 0,0 0 0,0 0 0,0 1 0,0 1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3:41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1225 24575,'18'-23'0,"14"-12"0,24-15 0,-17 17 0,2-1 0,10-6 0,3-2-1221,4-2 1,3 0 1220,11-5 0,3-1-742,-20 15 0,2 0 0,2 1 742,7-2 0,1-1 0,2 2 0,6-3 0,1 0 0,2 1-968,3 0 0,1 0 0,1 2 968,0 1 0,1 2 0,-2 1 0,-9 5 0,-1 1 0,-1 2-381,-5 2 1,0 1 0,-4 3 380,14-1 0,-5 3 323,-9 2 0,-3 2-323,-1 1 0,-3 0 2205,32-2-2205,-12-2 3288,-25 6-3288,-18 4 1736,-13 1-1736,-6 3 837,-5 0-837,-4 0 0,-2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6:41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24575,'14'0'0,"0"0"0,0 0 0,0 0 0,0 0 0,1 0 0,0 0 0,0 0 0,-2 0 0,-3 0 0,2 0 0,-2 0 0,0 1 0,-1 0 0,0 1 0,0 0 0,-3 0 0,0-1 0,-1 0 0,0-1 0,0 0 0,0 0 0,-2 1 0,1 0 0,-1 1 0,0-1 0,2-1 0,1 0 0,2 0 0,2 0 0,2 0 0,-1 0 0,0 0 0,0 0 0,0 0 0,0 0 0,0 0 0,2 0 0,2 0 0,3 0 0,2 0 0,1 0 0,1 0 0,-1 0 0,1 0 0,-2 0 0,-2 0 0,-3 0 0,-1 0 0,-1 0 0,-2 0 0,-2 0 0,-1 0 0,0 0 0,-2 0 0,1 0 0,0 0 0,1 0 0,1 0 0,1 0 0,1 0 0,0 0 0,1 0 0,-1 0 0,1 0 0,-1 0 0,0 0 0,2 0 0,0 0 0,-1 0 0,0 0 0,0 0 0,0 0 0,3 0 0,0 0 0,2 0 0,0 0 0,3 0 0,-3 0 0,0 0 0,0 0 0,-2 0 0,2 0 0,0 0 0,-1 0 0,3 0 0,-1 0 0,-2 0 0,2 0 0,0 0 0,1 0 0,2 0 0,0 0 0,2 0 0,0-1 0,0-1 0,1 0 0,-1 1 0,3-1 0,-3 0 0,0 1 0,0-1 0,-3 2 0,1 0 0,-4 0 0,-2 0 0,-2 0 0,-1 0 0,2 0 0,-1 0 0,1 0 0,-1 0 0,-1 0 0,1 0 0,0 0 0,1 0 0,-1 0 0,-1 0 0,-1 0 0,0 0 0,1 0 0,-1 0 0,0 0 0,1 0 0,2 0 0,1 0 0,1 0 0,-1 0 0,2 0 0,0 0 0,1 0 0,2 0 0,1 0 0,1 0 0,-2 0 0,1 0 0,0 0 0,-1 0 0,2 0 0,-1 0 0,-2 0 0,-1 0 0,-2 0 0,1 0 0,1 0 0,1 0 0,0 0 0,-1 0 0,-1 0 0,0-1 0,1-1 0,0-1 0,1 0 0,-1 1 0,1-1 0,-3 2 0,0-1 0,-1 0 0,-1 2 0,3 0 0,-2 0 0,1 0 0,-1 0 0,-1 0 0,-1 0 0,0 0 0,-1 0 0,0 0 0,-1 0 0,1 0 0,-1 0 0,1 0 0,-1 0 0,0 0 0,0 0 0,0 0 0,2 0 0,-1 0 0,1 0 0,0 0 0,-1 0 0,3 0 0,-2 0 0,2 0 0,-2 0 0,-2 0 0,2 2 0,1-1 0,-1 1 0,2 1 0,-2-2 0,-1 2 0,0-1 0,1 1 0,1 0 0,0 0 0,1 0 0,0-2 0,1 2 0,1-1 0,-2-1 0,0 1 0,1-1 0,-3 0 0,2 2 0,-2 0 0,1-1 0,0-1 0,-2 0 0,0 0 0,-1 0 0,0 1 0,2-2 0,1 0 0,-1 1 0,1-1 0,-1 0 0,0 0 0,0 0 0,0 0 0,0 0 0,2 0 0,2 0 0,-2 0 0,1 0 0,-1 0 0,-2 0 0,1 0 0,-1 0 0,1 0 0,0 0 0,0 0 0,1 0 0,0 0 0,-1 0 0,1 0 0,-1 0 0,1 0 0,0 0 0,1 0 0,-2 0 0,0 0 0,0 0 0,-2-1 0,0 0 0,-1-1 0,-2 0 0,0 0 0,1 1 0,0-1 0,0 2 0,-1 0 0,0 0 0,-2 0 0,-1 0 0,0 0 0,-1 0 0,1 0 0,-1 0 0,0 0 0,0 0 0,0 0 0,1 0 0,1 0 0,1 0 0,0 0 0,1 0 0,1 0 0,1 0 0,1 0 0,-1-2 0,2 1 0,1-1 0,1 1 0,0 0 0,0-1 0,0 1 0,-1-1 0,0 2 0,-2-2 0,-2 1 0,-2 0 0,1 0 0,-2 1 0,0 0 0,-1-1 0,-1 1 0,0 0 0,1 0 0,-1 0 0,-1 0 0,1 0 0,-1 0 0,1 0 0,0 0 0,-1 0 0,2-1 0,-1 0 0,0 0 0,0-1 0,0 2 0,1 0 0,-1 0 0,0-1 0,0-1 0,0 1 0,0 0 0,0 0 0,-1 0 0,1 0 0,1-1 0,1 1 0,-1 0 0,0-1 0,-1 1 0,1 1 0,-1-1 0,0-1 0,0 1 0,0 0 0,0 0 0,-2 1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9:25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50 24575,'-5'0'0,"-1"0"0,-1 0 0,-2 1 0,-3 1 0,-2 5 0,0 4 0,0 4 0,0 4 0,1 0 0,2 0 0,0-1 0,2-1 0,0-1 0,0-1 0,3-2 0,1 1 0,2 1 0,0 2 0,0 0 0,1 0 0,0 0 0,2-1 0,-1 1 0,1-1 0,0 0 0,0-2 0,0 0 0,0-2 0,0-1 0,0-1 0,0-2 0,0 0 0,0-2 0,1 2 0,1 0 0,3 0 0,2 1 0,4 1 0,3-1 0,3 2 0,3 0 0,1-1 0,0-1 0,-1-1 0,-1-1 0,0-1 0,1 0 0,1-1 0,-2-2 0,-1-1 0,-1-2 0,3 0 0,4 0 0,1-4 0,0-3 0,-1-6 0,1-5 0,0-3 0,-2-4 0,-1-1 0,1-6 0,-2 0 0,-2-2 0,0 0 0,-5 2 0,-1-1 0,-2 3 0,-2 3 0,-1 2 0,-1 2 0,-1 4 0,-3 5 0,-1 3 0,-1 0 0,-2 2 0,-6-1 0,-5-1 0,-9 1 0,-6-1 0,-4-2 0,-2 2 0,1-1 0,-1 2 0,3 2 0,0 1 0,-2 3 0,-1 0 0,-3 1 0,1 2 0,1 0 0,1 1 0,4 0 0,2 0 0,6-1 0,5 1 0,3 0 0,5 0 0,3 1 0,2 1 0,2 2 0,1 0 0,0-2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29:27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1 924 24575,'0'-13'0,"0"2"0,0 0 0,0-1 0,0-9 0,0-6 0,0-4 0,0-2 0,0-4 0,0-6 0,0-6 0,0-4 0,0-2 0,1 8 0,4-2 0,6-2 0,5 6 0,2-4 0,-4 17 0,-2 7 0,-1 6 0,0 5 0,1 1 0,1 1 0,2 2 0,1 2 0,2 1 0,2 1 0,1 0 0,0 3 0,0 1 0,-2 1 0,0 1 0,-2 0 0,-1 0 0,1 0 0,-3-1 0,3 0 0,0-2 0,1-1 0,3 0 0,-3 0 0,-5-1 0,-3 2 0,-4 1 0,-1-1 0,1 1 0,-2 0 0,0-1 0,0-1 0,2-1 0,3-2 0,1-2 0,1 0 0,-1 0 0,0 1 0,-2 1 0,-1 2 0,0 1 0,-2 2 0,-1-1 0,1 1 0,0-1 0,0 0 0,1 0 0,1 0 0,1 0 0,0 1 0,-1 1 0,-3 1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6:41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24575,'14'0'0,"0"0"0,0 0 0,0 0 0,0 0 0,1 0 0,0 0 0,0 0 0,-2 0 0,-3 0 0,2 0 0,-2 0 0,0 1 0,-1 0 0,0 1 0,0 0 0,-3 0 0,0-1 0,-1 0 0,0-1 0,0 0 0,0 0 0,-2 1 0,1 0 0,-1 1 0,0-1 0,2-1 0,1 0 0,2 0 0,2 0 0,2 0 0,-1 0 0,0 0 0,0 0 0,0 0 0,0 0 0,0 0 0,2 0 0,2 0 0,3 0 0,2 0 0,1 0 0,1 0 0,-1 0 0,1 0 0,-2 0 0,-2 0 0,-3 0 0,-1 0 0,-1 0 0,-2 0 0,-2 0 0,-1 0 0,0 0 0,-2 0 0,1 0 0,0 0 0,1 0 0,1 0 0,1 0 0,1 0 0,0 0 0,1 0 0,-1 0 0,1 0 0,-1 0 0,0 0 0,2 0 0,0 0 0,-1 0 0,0 0 0,0 0 0,0 0 0,3 0 0,0 0 0,2 0 0,0 0 0,3 0 0,-3 0 0,0 0 0,0 0 0,-2 0 0,2 0 0,0 0 0,-1 0 0,3 0 0,-1 0 0,-2 0 0,2 0 0,0 0 0,1 0 0,2 0 0,0 0 0,2 0 0,0-1 0,0-1 0,1 0 0,-1 1 0,3-1 0,-3 0 0,0 1 0,0-1 0,-3 2 0,1 0 0,-4 0 0,-2 0 0,-2 0 0,-1 0 0,2 0 0,-1 0 0,1 0 0,-1 0 0,-1 0 0,1 0 0,0 0 0,1 0 0,-1 0 0,-1 0 0,-1 0 0,0 0 0,1 0 0,-1 0 0,0 0 0,1 0 0,2 0 0,1 0 0,1 0 0,-1 0 0,2 0 0,0 0 0,1 0 0,2 0 0,1 0 0,1 0 0,-2 0 0,1 0 0,0 0 0,-1 0 0,2 0 0,-1 0 0,-2 0 0,-1 0 0,-2 0 0,1 0 0,1 0 0,1 0 0,0 0 0,-1 0 0,-1 0 0,0-1 0,1-1 0,0-1 0,1 0 0,-1 1 0,1-1 0,-3 2 0,0-1 0,-1 0 0,-1 2 0,3 0 0,-2 0 0,1 0 0,-1 0 0,-1 0 0,-1 0 0,0 0 0,-1 0 0,0 0 0,-1 0 0,1 0 0,-1 0 0,1 0 0,-1 0 0,0 0 0,0 0 0,0 0 0,2 0 0,-1 0 0,1 0 0,0 0 0,-1 0 0,3 0 0,-2 0 0,2 0 0,-2 0 0,-2 0 0,2 2 0,1-1 0,-1 1 0,2 1 0,-2-2 0,-1 2 0,0-1 0,1 1 0,1 0 0,0 0 0,1 0 0,0-2 0,1 2 0,1-1 0,-2-1 0,0 1 0,1-1 0,-3 0 0,2 2 0,-2 0 0,1-1 0,0-1 0,-2 0 0,0 0 0,-1 0 0,0 1 0,2-2 0,1 0 0,-1 1 0,1-1 0,-1 0 0,0 0 0,0 0 0,0 0 0,0 0 0,2 0 0,2 0 0,-2 0 0,1 0 0,-1 0 0,-2 0 0,1 0 0,-1 0 0,1 0 0,0 0 0,0 0 0,1 0 0,0 0 0,-1 0 0,1 0 0,-1 0 0,1 0 0,0 0 0,1 0 0,-2 0 0,0 0 0,0 0 0,-2-1 0,0 0 0,-1-1 0,-2 0 0,0 0 0,1 1 0,0-1 0,0 2 0,-1 0 0,0 0 0,-2 0 0,-1 0 0,0 0 0,-1 0 0,1 0 0,-1 0 0,0 0 0,0 0 0,0 0 0,1 0 0,1 0 0,1 0 0,0 0 0,1 0 0,1 0 0,1 0 0,1 0 0,-1-2 0,2 1 0,1-1 0,1 1 0,0 0 0,0-1 0,0 1 0,-1-1 0,0 2 0,-2-2 0,-2 1 0,-2 0 0,1 0 0,-2 1 0,0 0 0,-1-1 0,-1 1 0,0 0 0,1 0 0,-1 0 0,-1 0 0,1 0 0,-1 0 0,1 0 0,0 0 0,-1 0 0,2-1 0,-1 0 0,0 0 0,0-1 0,0 2 0,1 0 0,-1 0 0,0-1 0,0-1 0,0 1 0,0 0 0,0 0 0,-1 0 0,1 0 0,1-1 0,1 1 0,-1 0 0,0-1 0,-1 1 0,1 1 0,-1-1 0,0-1 0,0 1 0,0 0 0,0 0 0,-2 1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6:41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24575,'14'0'0,"0"0"0,0 0 0,0 0 0,0 0 0,1 0 0,0 0 0,0 0 0,-2 0 0,-3 0 0,2 0 0,-2 0 0,0 1 0,-1 0 0,0 1 0,0 0 0,-3 0 0,0-1 0,-1 0 0,0-1 0,0 0 0,0 0 0,-2 1 0,1 0 0,-1 1 0,0-1 0,2-1 0,1 0 0,2 0 0,2 0 0,2 0 0,-1 0 0,0 0 0,0 0 0,0 0 0,0 0 0,0 0 0,2 0 0,2 0 0,3 0 0,2 0 0,1 0 0,1 0 0,-1 0 0,1 0 0,-2 0 0,-2 0 0,-3 0 0,-1 0 0,-1 0 0,-2 0 0,-2 0 0,-1 0 0,0 0 0,-2 0 0,1 0 0,0 0 0,1 0 0,1 0 0,1 0 0,1 0 0,0 0 0,1 0 0,-1 0 0,1 0 0,-1 0 0,0 0 0,2 0 0,0 0 0,-1 0 0,0 0 0,0 0 0,0 0 0,3 0 0,0 0 0,2 0 0,0 0 0,3 0 0,-3 0 0,0 0 0,0 0 0,-2 0 0,2 0 0,0 0 0,-1 0 0,3 0 0,-1 0 0,-2 0 0,2 0 0,0 0 0,1 0 0,2 0 0,0 0 0,2 0 0,0-1 0,0-1 0,1 0 0,-1 1 0,3-1 0,-3 0 0,0 1 0,0-1 0,-3 2 0,1 0 0,-4 0 0,-2 0 0,-2 0 0,-1 0 0,2 0 0,-1 0 0,1 0 0,-1 0 0,-1 0 0,1 0 0,0 0 0,1 0 0,-1 0 0,-1 0 0,-1 0 0,0 0 0,1 0 0,-1 0 0,0 0 0,1 0 0,2 0 0,1 0 0,1 0 0,-1 0 0,2 0 0,0 0 0,1 0 0,2 0 0,1 0 0,1 0 0,-2 0 0,1 0 0,0 0 0,-1 0 0,2 0 0,-1 0 0,-2 0 0,-1 0 0,-2 0 0,1 0 0,1 0 0,1 0 0,0 0 0,-1 0 0,-1 0 0,0-1 0,1-1 0,0-1 0,1 0 0,-1 1 0,1-1 0,-3 2 0,0-1 0,-1 0 0,-1 2 0,3 0 0,-2 0 0,1 0 0,-1 0 0,-1 0 0,-1 0 0,0 0 0,-1 0 0,0 0 0,-1 0 0,1 0 0,-1 0 0,1 0 0,-1 0 0,0 0 0,0 0 0,0 0 0,2 0 0,-1 0 0,1 0 0,0 0 0,-1 0 0,3 0 0,-2 0 0,2 0 0,-2 0 0,-2 0 0,2 2 0,1-1 0,-1 1 0,2 1 0,-2-2 0,-1 2 0,0-1 0,1 1 0,1 0 0,0 0 0,1 0 0,0-2 0,1 2 0,1-1 0,-2-1 0,0 1 0,1-1 0,-3 0 0,2 2 0,-2 0 0,1-1 0,0-1 0,-2 0 0,0 0 0,-1 0 0,0 1 0,2-2 0,1 0 0,-1 1 0,1-1 0,-1 0 0,0 0 0,0 0 0,0 0 0,0 0 0,2 0 0,2 0 0,-2 0 0,1 0 0,-1 0 0,-2 0 0,1 0 0,-1 0 0,1 0 0,0 0 0,0 0 0,1 0 0,0 0 0,-1 0 0,1 0 0,-1 0 0,1 0 0,0 0 0,1 0 0,-2 0 0,0 0 0,0 0 0,-2-1 0,0 0 0,-1-1 0,-2 0 0,0 0 0,1 1 0,0-1 0,0 2 0,-1 0 0,0 0 0,-2 0 0,-1 0 0,0 0 0,-1 0 0,1 0 0,-1 0 0,0 0 0,0 0 0,0 0 0,1 0 0,1 0 0,1 0 0,0 0 0,1 0 0,1 0 0,1 0 0,1 0 0,-1-2 0,2 1 0,1-1 0,1 1 0,0 0 0,0-1 0,0 1 0,-1-1 0,0 2 0,-2-2 0,-2 1 0,-2 0 0,1 0 0,-2 1 0,0 0 0,-1-1 0,-1 1 0,0 0 0,1 0 0,-1 0 0,-1 0 0,1 0 0,-1 0 0,1 0 0,0 0 0,-1 0 0,2-1 0,-1 0 0,0 0 0,0-1 0,0 2 0,1 0 0,-1 0 0,0-1 0,0-1 0,0 1 0,0 0 0,0 0 0,-1 0 0,1 0 0,1-1 0,1 1 0,-1 0 0,0-1 0,-1 1 0,1 1 0,-1-1 0,0-1 0,0 1 0,0 0 0,0 0 0,-2 1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8:10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25 24575,'-13'0'0,"-13"0"0,9 0 0,-11 0 0,8 0 0,1 0 0,-4 0 0,3 0 0,1 0 0,0 0 0,2 0 0,0 0 0,-1 0 0,4 0 0,0 0 0,0 0 0,2 0 0,0 0 0,1 1 0,0 1 0,1 0 0,1 2 0,0 0 0,1-1 0,1 1 0,2-1 0,-1 1 0,0-1 0,0 1 0,1 0 0,-1 0 0,2 0 0,0-2 0,1 1 0,1 1 0,1 0 0,1 1 0,-1 1 0,-1 4 0,1 3 0,-1 4 0,2 0 0,0 0 0,0 1 0,0 0 0,0 3 0,0-2 0,0 0 0,0-1 0,0-2 0,0-3 0,0-1 0,1-1 0,2-1 0,1-2 0,1 0 0,0 0 0,3 1 0,3-1 0,-1 0 0,3-1 0,-2 0 0,1 2 0,3 1 0,-1 0 0,0-1 0,-2 0 0,-3-2 0,0 1 0,-2-1 0,0-1 0,0-2 0,-1-2 0,3 0 0,2-2 0,2 0 0,3 0 0,3 0 0,4-3 0,4-4 0,3-4 0,2-6 0,-1-4 0,-2-1 0,1-1 0,-6 2 0,-2 0 0,-3 0 0,-4 3 0,-4 3 0,-4 5 0,-1 2 0,-2 1 0,-1 1 0,-2 0 0,-1 0 0,0-2 0,0-5 0,-1-3 0,-3-3 0,-2 1 0,-3 1 0,-1-2 0,0 1 0,0 3 0,1 2 0,1 5 0,2 2 0,1 2 0,0 2 0,0 0 0,1 1 0,0 1 0,-1 0 0,-1 0 0,1 0 0,0 0 0,0-1 0,-1 0 0,2-2 0,1-1 0,1 2 0,0-2 0,0 0 0,-1 0 0,2 0 0,-1-1 0,1 1 0,-1-1 0,1 0 0,0-1 0,-1 1 0,1 0 0,0 2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8:11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2298 24575,'17'-10'0,"9"-6"0,14-10 0,42-30 0,-19 13 0,7-3-1397,-14 9 0,3-1 0,2-1 1397,8-6 0,2-2 0,-1 1 0,-4 3 0,-1 2 0,0-2 0,-1 0 0,0 0 0,2-1 0,2-2 0,1 0 0,1-1-884,4-1 0,1 0 1,2-2 883,-14 8 0,2-1 0,0 0 0,-1-1 0,0 2 0,0-1 0,0 1 0,0-1 0,-1 0 0,0-1 0,0 1 0,-2 0 0,12-8 0,-1 0 0,-2 1-620,-6 4 1,-1 1 0,-1 1 619,-6 2 0,-1 2 0,-2 1-327,11-9 0,-4 4 327,-2 1 0,-3 3 0,-13 8 0,-2 3 2084,21-18-2084,-9 7 3497,-18 12-3497,-11 10 2634,-9 9-2634,-8 4 1139,-5 4-1139,-3 1 0,-1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8:53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0 24575,'0'11'0,"0"5"0,0 7 0,0 7 0,0 27 0,0-7 0,0 11 0,0-16 0,0-13 0,0-2 0,0-3 0,0-2 0,0 5 0,0 0 0,0-1 0,0-1 0,0-2 0,0-1 0,-2-3 0,-2-1 0,1-1 0,0-1 0,3 0 0,-2 0 0,1 0 0,-1-1 0,-1 0 0,1 0 0,1 0 0,-1 1 0,1 3 0,-1 3 0,-1 3 0,0 2 0,0-2 0,-1 0 0,1-6 0,0-2 0,1-4 0,1-4 0,-1 0 0,1-1 0,-1 2 0,1 2 0,1 0 0,-2 4 0,0 1 0,1 2 0,-2 2 0,2-2 0,-1 2 0,-1-3 0,1 1 0,1-3 0,-1-1 0,1-1 0,-1 0 0,0 2 0,1 2 0,1 2 0,-1 1 0,1 7 0,0-6 0,0 5 0,0-8 0,0 1 0,0 0 0,0 0 0,0 0 0,0 0 0,0 0 0,0 1 0,0-1 0,0 3 0,0-3 0,0 2 0,0-2 0,0 0 0,1-3 0,0 0 0,2 1 0,0 0 0,0 2 0,1 2 0,-1 0 0,1 2 0,-1 0 0,0 0 0,1 1 0,-1-2 0,1-2 0,-1-3 0,-1-2 0,0-2 0,1 0 0,0-3 0,1-1 0,-1 0 0,-1 0 0,1 0 0,0 3 0,0 0 0,0 1 0,1 1 0,-1 1 0,0 0 0,-1 2 0,-1-1 0,1-1 0,-1 0 0,1-4 0,-1 0 0,-1-2 0,0-3 0,0-1 0,0 2 0,0 1 0,1 1 0,1 1 0,-1 0 0,0 1 0,0 1 0,0 1 0,0 2 0,1 0 0,-1 0 0,0 0 0,-1-2 0,0 2 0,0-1 0,0-1 0,0 3 0,0-2 0,0 0 0,1 2 0,0-1 0,1 0 0,-1 0 0,-1 0 0,1-1 0,-1-1 0,1 0 0,0 0 0,1 2 0,-1 0 0,0 0 0,-1-1 0,0-1 0,0-4 0,0-1 0,0-3 0,0 1 0,1 1 0,0 0 0,0 1 0,0-1 0,0 1 0,-1 1 0,1 1 0,0 1 0,1 0 0,-1 0 0,1 0 0,-1 0 0,1 0 0,-1-3 0,0-1 0,0-1 0,0 1 0,1 0 0,-2 2 0,0 0 0,1-1 0,1 0 0,-1-2 0,0-1 0,-1-2 0,0 0 0,0-1 0,0-1 0,0 0 0,0 0 0,0-1 0,0 2 0,0-1 0,0 3 0,0-1 0,0 2 0,0-1 0,0 0 0,0 0 0,0 0 0,0-2 0,0 1 0,0 0 0,0 2 0,0 0 0,0 1 0,0 1 0,0 2 0,0-1 0,0 1 0,0 1 0,0-1 0,0 3 0,0 1 0,0-2 0,0 2 0,0-1 0,-1-1 0,-2 1 0,0-1 0,-1 1 0,1 0 0,0 1 0,-2-2 0,2-2 0,-1-2 0,1-3 0,1-1 0,-1-1 0,1 1 0,0-1 0,1-1 0,-1 0 0,1 1 0,1-1 0,0-1 0,0 2 0,0-2 0,0 0 0,-1 1 0,0-1 0,0 1 0,-1 1 0,2-3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8:56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24575,'16'0'0,"12"0"0,18 0 0,33 10 0,-12 9 0,6 6-1845,15 8 0,3 5 1845,-23-7 0,1 3 0,0 2 0,1 2 0,0 3 0,-2-1 0,16 12 0,-4 1 0,1 2 0,0 1 0,-23-14 0,1 1 0,-2-2 0,20 15 0,-1-1 0,0 2 0,-1-1-296,-8-5 0,-3-2 296,-11-7 0,-1-1-296,-1 2 1,0-2 295,-6-4 0,-3 0 0,28 28-28,-17-11 28,-5-2 2504,-15-8-2504,-10-11 1615,-7-7-1615,-6-9 745,-4-4-745,-4-4 37,-1-3-37,-1 0 0,0-3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9:09.4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61 24575,'14'0'0,"2"0"0,1 0 0,0 0 0,1 0 0,4 0 0,0 0 0,1 0 0,0 0 0,-4 0 0,2 0 0,-2 0 0,0 0 0,0 0 0,0 0 0,-2 0 0,0 0 0,-2 0 0,-2 0 0,-1 0 0,-2 0 0,-2 0 0,1 0 0,-1 0 0,1 0 0,-1 0 0,0 0 0,2 0 0,-1 0 0,0 0 0,1 0 0,0 0 0,2 0 0,-1 0 0,0 0 0,0 0 0,0 0 0,0 0 0,2 0 0,1 0 0,3 0 0,2-1 0,2 0 0,0-1 0,0-1 0,-1 1 0,-2 0 0,-2 0 0,-1 0 0,-2 0 0,0 1 0,2 1 0,-1-2 0,0 1 0,1-1 0,-2 1 0,1 1 0,-1-1 0,2 0 0,0-1 0,0 0 0,2 0 0,0 0 0,0 0 0,2 0 0,0 0 0,1 0 0,1 0 0,-3 0 0,1 1 0,-1 0 0,1 1 0,-3 0 0,-2 0 0,-1 0 0,0 0 0,1 0 0,1 0 0,0 0 0,-1 0 0,1-1 0,-1 0 0,0-1 0,-2 0 0,-2 2 0,0 0 0,0 0 0,1 0 0,-1 0 0,0-1 0,-1 0 0,1-1 0,3 1 0,0 1 0,1-1 0,3 1 0,0 0 0,1 0 0,1 0 0,0 0 0,0 0 0,-2 0 0,0 0 0,0 0 0,0 0 0,3 0 0,-1 0 0,-1 0 0,0 0 0,-3 0 0,2 0 0,-2 0 0,1 0 0,-1 0 0,0 0 0,0 0 0,1 1 0,-1 1 0,0 1 0,2 1 0,-1 0 0,0 0 0,0-1 0,-1 0 0,0-1 0,-1 0 0,1-1 0,1 0 0,3 0 0,-1 1 0,1-1 0,0 1 0,0-2 0,0 0 0,0 0 0,-1 0 0,-1 0 0,0 0 0,0 0 0,1 0 0,0 0 0,-1 0 0,-3 0 0,1 0 0,1 0 0,0 0 0,0 0 0,-2 0 0,-1 0 0,1 0 0,3 0 0,0 0 0,3 0 0,3 1 0,2 1 0,2 0 0,0 1 0,2-1 0,-2-1 0,0 2 0,0-1 0,-1-1 0,4 1 0,0-2 0,-1 1 0,-1-1 0,-4 0 0,-1 0 0,-2 0 0,-2 1 0,0 1 0,0 1 0,0 1 0,0 1 0,-1 1 0,1 0 0,-3-1 0,1 0 0,1-1 0,1-1 0,1 2 0,1 1 0,-2 1 0,2-2 0,0-1 0,-2-1 0,4 1 0,-2-1 0,0-1 0,0 1 0,-1-1 0,-2-1 0,1 2 0,-1-1 0,-2-1 0,-1 1 0,-1-2 0,1 0 0,0 0 0,1 0 0,-1 0 0,-1 0 0,-1 0 0,1 0 0,-3 0 0,3 0 0,-1 0 0,1 0 0,0 0 0,1 0 0,0 0 0,1 0 0,-1 0 0,2 0 0,1 0 0,1 0 0,0 0 0,2 0 0,-1 0 0,0 0 0,-1 0 0,-2-1 0,0-2 0,-2 0 0,-3-1 0,-3 1 0,-2 1 0,-2 0 0,0 0 0,0 1 0,0 0 0,0 1 0,-1 0 0,1 0 0,0 0 0,1 0 0,4 0 0,2 0 0,2 0 0,0 0 0,-1 0 0,-2 0 0,-2-1 0,1 0 0,-3-1 0,1 1 0,-2 1 0,-2 0 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7T11:19:10.5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1 438 24575,'34'-9'0,"23"-7"0,12-6 0,-22 9 0,2-1 0,5-1 0,1 0-1315,2-1 0,2-1 1315,14-3 0,3-1-717,2-2 0,1 0 717,0 1 0,-1-1 0,1 1 0,-1 1 0,-8 1 0,-1 2-165,0 1 1,0 1 164,-7 3 0,-2 1-124,-7 3 1,-2 2 123,37-1 0,-18 5 0,-8 1 1127,-19 2-1127,-12 0 1731,-9 0-1731,-3 0 1467,-5 0-1467,-4 0 0,-5 0 0,-2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06:42:4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2955 24575,'0'-23'0,"17"-33"0,1 11 0,4-6 0,9-17 0,8-7-3277,5 3 0,8-6 0,0 1 2780,3-2 1,2 0-1,2 0 497,-11 15 0,2 1 0,1-1 0,0 2 325,14-15 0,1 1 1,-2 3-326,-8 12 0,-1 3 0,4-2 0,-5 4 0,4-1 0,1-1 0,0 1-166,-1 1 1,1 1 0,0 0-1,1 1 166,1-1 0,1-1 0,1 2 0,0 1 0,0 3 0,0 1 0,1 1 0,-2 3 0,11-5 0,-2 4 0,2 1 0,2 0 0,1 1 0,0 2-445,-2 4 0,-1 2 0,-2 2 445,19-8 0,-4 6 1512,-7 6 1,-3 4-1513,-10 6 0,-2 3 498,-6 2 0,-1 2-498,2 1 0,0 2 0,0 0 0,-1 1 0,-1 3 0,0 1 3350,39-4-3350,-6 3 0,-22 3 2545,-7 0-2545,-1 2 1626,-18 1-1626,-5 0 800,-10 0-800,-7 0 0,-6 0 0,-8 0 0,-4 0 0,-9 0 0,-1 0 0,-4 0 0,4 0 0,-1 0 0,0 0 0,0 0 0,1 0 0,0 0 0,2-2 0,2 2 0,3-2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902BE-77FD-4030-BEF7-37A5FF197D4B}" type="datetimeFigureOut">
              <a:rPr lang="en-GB" smtClean="0"/>
              <a:t>29/07/2025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8D009-351F-472F-AC7B-5845FEF17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4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8EA09-ACED-4560-921E-C31C0C26D94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29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ick.ac.uk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ick.ac.uk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744415"/>
          </a:xfrm>
          <a:prstGeom prst="rect">
            <a:avLst/>
          </a:prstGeom>
        </p:spPr>
      </p:pic>
      <p:pic>
        <p:nvPicPr>
          <p:cNvPr id="2" name="Picture 1" descr="FCI_6logoStrip_EndJuly2012_V2_LogosOnlyBlac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5904124"/>
            <a:ext cx="11377223" cy="5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7120" y="1743878"/>
            <a:ext cx="12199120" cy="51141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8064632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7200536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8B87-AE6C-4E92-9BFE-D4A7A5309EB7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854037" y="1298908"/>
            <a:ext cx="10337963" cy="555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3CA3D-74BD-45EA-B221-98061C392DB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9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20479" y="566"/>
            <a:ext cx="9671521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4B466-51EB-4EE1-A10A-B7025C87FF36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1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8" y="0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B2B58-83C4-4517-8594-AFB34E2CBC9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4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1378150"/>
            <a:ext cx="12190993" cy="54798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045887-33C8-4A42-829D-DEE92C359FE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9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8" y="1396436"/>
            <a:ext cx="12190993" cy="5461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0E52B2-C2BE-44AD-B7F8-DCE034C7671C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566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7EB60A-3B82-417C-8E00-4B5CDE1EC8A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5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1067278"/>
            <a:ext cx="12190993" cy="57907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57656-DC99-432A-BFD6-0673EBF6501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0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80520" y="2213232"/>
            <a:ext cx="11711480" cy="46447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24FB1-859D-4FB0-B315-CC328D74BD3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4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44" y="1052736"/>
            <a:ext cx="11119457" cy="105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7" y="2781301"/>
            <a:ext cx="9025467" cy="3344863"/>
          </a:xfrm>
        </p:spPr>
        <p:txBody>
          <a:bodyPr/>
          <a:lstStyle>
            <a:lvl1pPr>
              <a:defRPr b="1"/>
            </a:lvl1pPr>
            <a:lvl2pPr marL="180975" indent="-180975">
              <a:buFont typeface="Arial" pitchFamily="34" charset="0"/>
              <a:buChar char="•"/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AD8FF0-E498-41A8-A0C9-7741D7C5889E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7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0C7BE-EB63-47D7-B713-F9CDF83231D2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403" y="2060848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667" y="2781300"/>
            <a:ext cx="5386917" cy="3384550"/>
          </a:xfrm>
        </p:spPr>
        <p:txBody>
          <a:bodyPr>
            <a:normAutofit/>
          </a:bodyPr>
          <a:lstStyle>
            <a:lvl1pPr>
              <a:defRPr sz="1600"/>
            </a:lvl1pPr>
            <a:lvl2pPr marL="180975" indent="-180975">
              <a:buFont typeface="Arial" pitchFamily="34" charset="0"/>
              <a:buChar char="•"/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3170" y="2060848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3434" y="2781300"/>
            <a:ext cx="5389033" cy="33845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8BC7B8-003A-42E1-BB90-4F3BFBE90199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1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4701B-E224-44CE-A239-1DE8625E97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6" name="Picture 5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03699-7351-4ED3-A72F-AB4A09156CC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8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88843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847862" y="6040132"/>
            <a:ext cx="24962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  <a:hlinkClick r:id="rId3"/>
              </a:rPr>
              <a:t>crick.ac.uk</a:t>
            </a:r>
            <a:endParaRPr kumimoji="0" lang="en-GB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6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744415"/>
          </a:xfrm>
          <a:prstGeom prst="rect">
            <a:avLst/>
          </a:prstGeom>
        </p:spPr>
      </p:pic>
      <p:pic>
        <p:nvPicPr>
          <p:cNvPr id="2" name="Picture 1" descr="FCI_6logoStrip_EndJuly2012_V2_LogosOnlyBlac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5904124"/>
            <a:ext cx="11377223" cy="5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61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-7120" y="1743878"/>
            <a:ext cx="12199120" cy="51141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8064632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7200536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8B87-AE6C-4E92-9BFE-D4A7A5309EB7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00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854037" y="1298908"/>
            <a:ext cx="10337963" cy="555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3CA3D-74BD-45EA-B221-98061C392DB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2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520479" y="566"/>
            <a:ext cx="9671521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4B466-51EB-4EE1-A10A-B7025C87FF36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3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8" y="0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B2B58-83C4-4517-8594-AFB34E2CBC9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366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1378150"/>
            <a:ext cx="12190993" cy="54798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045887-33C8-4A42-829D-DEE92C359FE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45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8" y="1396436"/>
            <a:ext cx="12190993" cy="5461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0E52B2-C2BE-44AD-B7F8-DCE034C7671C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532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566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7EB60A-3B82-417C-8E00-4B5CDE1EC8A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45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1067278"/>
            <a:ext cx="12190993" cy="57907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57656-DC99-432A-BFD6-0673EBF6501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5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80520" y="2213232"/>
            <a:ext cx="11711480" cy="46447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24FB1-859D-4FB0-B315-CC328D74BD3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46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44" y="1052736"/>
            <a:ext cx="11119457" cy="105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7" y="2781301"/>
            <a:ext cx="9025467" cy="3344863"/>
          </a:xfrm>
        </p:spPr>
        <p:txBody>
          <a:bodyPr/>
          <a:lstStyle>
            <a:lvl1pPr>
              <a:defRPr b="1"/>
            </a:lvl1pPr>
            <a:lvl2pPr marL="180975" indent="-180975">
              <a:buFont typeface="Arial" pitchFamily="34" charset="0"/>
              <a:buChar char="•"/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AD8FF0-E498-41A8-A0C9-7741D7C5889E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02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7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0C7BE-EB63-47D7-B713-F9CDF83231D2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97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403" y="2060848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667" y="2781300"/>
            <a:ext cx="5386917" cy="3384550"/>
          </a:xfrm>
        </p:spPr>
        <p:txBody>
          <a:bodyPr>
            <a:normAutofit/>
          </a:bodyPr>
          <a:lstStyle>
            <a:lvl1pPr>
              <a:defRPr sz="1600"/>
            </a:lvl1pPr>
            <a:lvl2pPr marL="180975" indent="-180975">
              <a:buFont typeface="Arial" pitchFamily="34" charset="0"/>
              <a:buChar char="•"/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3170" y="2060848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3434" y="2781300"/>
            <a:ext cx="5389033" cy="33845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8BC7B8-003A-42E1-BB90-4F3BFBE90199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146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4701B-E224-44CE-A239-1DE8625E97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6" name="Picture 5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1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03699-7351-4ED3-A72F-AB4A09156CC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991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8884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7862" y="6040132"/>
            <a:ext cx="24962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  <a:hlinkClick r:id="rId3"/>
              </a:rPr>
              <a:t>crick.ac.uk</a:t>
            </a:r>
            <a:endParaRPr kumimoji="0" lang="en-GB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0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6943" y="1052736"/>
            <a:ext cx="11140624" cy="105793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666" y="2781301"/>
            <a:ext cx="11137899" cy="3344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239736"/>
            <a:ext cx="1549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549-ACB1-44DB-BD9C-7F92649627D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23973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65" y="6239736"/>
            <a:ext cx="63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77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hf hdr="0" ftr="0" dt="0"/>
  <p:txStyles>
    <p:titleStyle>
      <a:lvl1pPr algn="l" defTabSz="914400" rtl="0" eaLnBrk="1" latinLnBrk="0" hangingPunct="1">
        <a:lnSpc>
          <a:spcPts val="2300"/>
        </a:lnSpc>
        <a:spcBef>
          <a:spcPct val="0"/>
        </a:spcBef>
        <a:buNone/>
        <a:defRPr sz="2000" b="1" kern="1200">
          <a:solidFill>
            <a:srgbClr val="7071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None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6943" y="1052736"/>
            <a:ext cx="11140624" cy="105793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666" y="2781301"/>
            <a:ext cx="11137899" cy="3344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239736"/>
            <a:ext cx="1549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549-ACB1-44DB-BD9C-7F92649627D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23973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65" y="6239736"/>
            <a:ext cx="63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89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hf hdr="0" ftr="0" dt="0"/>
  <p:txStyles>
    <p:titleStyle>
      <a:lvl1pPr algn="l" defTabSz="914400" rtl="0" eaLnBrk="1" latinLnBrk="0" hangingPunct="1">
        <a:lnSpc>
          <a:spcPts val="2300"/>
        </a:lnSpc>
        <a:spcBef>
          <a:spcPct val="0"/>
        </a:spcBef>
        <a:buNone/>
        <a:defRPr sz="2000" b="1" kern="1200">
          <a:solidFill>
            <a:srgbClr val="7071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None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customXml" Target="../ink/ink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customXml" Target="../ink/ink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6.xml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.xml"/><Relationship Id="rId5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15.xml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42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customXml" Target="../ink/ink13.xml"/><Relationship Id="rId1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5" Type="http://schemas.openxmlformats.org/officeDocument/2006/relationships/customXml" Target="../ink/ink17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6" y="188639"/>
            <a:ext cx="1324745" cy="13828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2EDA4F-445F-2B41-95C3-AFA205FF5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759" y="1364636"/>
            <a:ext cx="10083237" cy="186572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Dynamical Systems for Neuroscience</a:t>
            </a:r>
            <a:b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Week 4: Two-Dimensional Linear Systems</a:t>
            </a:r>
            <a:endParaRPr lang="en-GB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F130A-F598-BD12-03C2-07096BC9E56E}"/>
              </a:ext>
            </a:extLst>
          </p:cNvPr>
          <p:cNvSpPr txBox="1"/>
          <p:nvPr/>
        </p:nvSpPr>
        <p:spPr>
          <a:xfrm>
            <a:off x="139147" y="5396948"/>
            <a:ext cx="1462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Antonin Blot</a:t>
            </a:r>
          </a:p>
          <a:p>
            <a:r>
              <a:rPr lang="en-GB" dirty="0"/>
              <a:t>30.07.2025</a:t>
            </a:r>
          </a:p>
        </p:txBody>
      </p:sp>
    </p:spTree>
    <p:extLst>
      <p:ext uri="{BB962C8B-B14F-4D97-AF65-F5344CB8AC3E}">
        <p14:creationId xmlns:p14="http://schemas.microsoft.com/office/powerpoint/2010/main" val="20831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E19A-F16F-3ECB-7EA5-96B13670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78" y="853954"/>
            <a:ext cx="8425640" cy="90527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3600" dirty="0">
                <a:solidFill>
                  <a:schemeClr val="accent1"/>
                </a:solidFill>
              </a:rPr>
              <a:t>Week 4:Two-Dimensional Linear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96F15-79BA-7416-EEFD-4D97D61ACC4E}"/>
              </a:ext>
            </a:extLst>
          </p:cNvPr>
          <p:cNvSpPr txBox="1"/>
          <p:nvPr/>
        </p:nvSpPr>
        <p:spPr>
          <a:xfrm>
            <a:off x="726378" y="2067339"/>
            <a:ext cx="809388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accent1"/>
                </a:solidFill>
              </a:rPr>
              <a:t>Strogatz</a:t>
            </a:r>
            <a:r>
              <a:rPr lang="en-GB" sz="2800" dirty="0">
                <a:solidFill>
                  <a:schemeClr val="accent1"/>
                </a:solidFill>
              </a:rPr>
              <a:t> Ch.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strike="sngStrike" dirty="0" err="1">
                <a:solidFill>
                  <a:schemeClr val="accent1"/>
                </a:solidFill>
              </a:rPr>
              <a:t>Izhikevich</a:t>
            </a:r>
            <a:r>
              <a:rPr lang="en-GB" sz="2800" strike="sngStrike" dirty="0">
                <a:solidFill>
                  <a:schemeClr val="accent1"/>
                </a:solidFill>
              </a:rPr>
              <a:t> Ch. 4</a:t>
            </a:r>
            <a:r>
              <a:rPr lang="en-GB" sz="2800" dirty="0">
                <a:solidFill>
                  <a:schemeClr val="accent1"/>
                </a:solidFill>
              </a:rPr>
              <a:t> &lt;- non linear</a:t>
            </a:r>
            <a:endParaRPr lang="en-GB" sz="2800" strike="sngStrike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Classification of fixed points using eigenvalues.</a:t>
            </a:r>
          </a:p>
        </p:txBody>
      </p:sp>
    </p:spTree>
    <p:extLst>
      <p:ext uri="{BB962C8B-B14F-4D97-AF65-F5344CB8AC3E}">
        <p14:creationId xmlns:p14="http://schemas.microsoft.com/office/powerpoint/2010/main" val="79370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BFBE7-4C24-3417-8C85-7AF032D9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chemeClr val="accent1"/>
                </a:solidFill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21318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D6ED-000B-7F19-0B81-8AA5A7ED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8614-6E9F-C7CD-519D-D5E8ED1E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Dynamical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A9809-A5AD-2F92-D0ED-FBBF6796FEC0}"/>
              </a:ext>
            </a:extLst>
          </p:cNvPr>
          <p:cNvSpPr txBox="1"/>
          <p:nvPr/>
        </p:nvSpPr>
        <p:spPr>
          <a:xfrm>
            <a:off x="635943" y="1645308"/>
            <a:ext cx="10031913" cy="65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They’re deterministic mathematical models involving time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BD2C3-B38C-1045-EF94-F5B39C2A12D9}"/>
                  </a:ext>
                </a:extLst>
              </p:cNvPr>
              <p:cNvSpPr txBox="1"/>
              <p:nvPr/>
            </p:nvSpPr>
            <p:spPr>
              <a:xfrm>
                <a:off x="635943" y="2720482"/>
                <a:ext cx="10031913" cy="2612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In the simplest form, we can write the evolution of a variable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accent1"/>
                    </a:solidFill>
                  </a:rPr>
                  <a:t> over time as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BD2C3-B38C-1045-EF94-F5B39C2A1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3" y="2720482"/>
                <a:ext cx="10031913" cy="2612062"/>
              </a:xfrm>
              <a:prstGeom prst="rect">
                <a:avLst/>
              </a:prstGeo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78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4B89-6F7C-4C30-17EF-6B3E6E5C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3E56-A511-4F5C-4C63-3096E5E6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Bifurcations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B5569-7BF6-A011-40AB-9E18955EF6FF}"/>
              </a:ext>
            </a:extLst>
          </p:cNvPr>
          <p:cNvSpPr txBox="1"/>
          <p:nvPr/>
        </p:nvSpPr>
        <p:spPr>
          <a:xfrm>
            <a:off x="635943" y="1645308"/>
            <a:ext cx="10108257" cy="130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Bifurcations happen when the parameters of the system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42F18-ED4C-0C6A-1CCD-6DF1DC3869CA}"/>
                  </a:ext>
                </a:extLst>
              </p:cNvPr>
              <p:cNvSpPr txBox="1"/>
              <p:nvPr/>
            </p:nvSpPr>
            <p:spPr>
              <a:xfrm>
                <a:off x="635943" y="3261980"/>
                <a:ext cx="10031913" cy="2670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b="0" dirty="0">
                    <a:solidFill>
                      <a:schemeClr val="accent1"/>
                    </a:solidFill>
                  </a:rPr>
                  <a:t>They correspond to the points where fixed points are created or destroyed, or when their stability change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accent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b="0" dirty="0">
                    <a:solidFill>
                      <a:schemeClr val="accent1"/>
                    </a:solidFill>
                  </a:rPr>
                  <a:t>An example: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42F18-ED4C-0C6A-1CCD-6DF1DC386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3" y="3261980"/>
                <a:ext cx="10031913" cy="2670988"/>
              </a:xfrm>
              <a:prstGeom prst="rect">
                <a:avLst/>
              </a:prstGeom>
              <a:blipFill>
                <a:blip r:embed="rId2"/>
                <a:stretch>
                  <a:fillRect l="-1010" b="-2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84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5F55-7F18-B179-956E-EFEDECB39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22BB-7015-54C5-77C1-CACD6B7B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Graphical conventions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3139E-F6BA-8892-71AC-2607B707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879600"/>
            <a:ext cx="47625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1982-6E69-3317-EFFC-91597BD9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6311-71F1-3F26-9B45-1CA9EFFE9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Graphical conventions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A1696-8A2E-0774-F4B7-BDF8B020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662043"/>
            <a:ext cx="5562600" cy="436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5954C-B5A7-A168-6DD1-FE863A64125C}"/>
              </a:ext>
            </a:extLst>
          </p:cNvPr>
          <p:cNvSpPr txBox="1"/>
          <p:nvPr/>
        </p:nvSpPr>
        <p:spPr>
          <a:xfrm>
            <a:off x="557412" y="6157310"/>
            <a:ext cx="411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This is called a bifurcation diagram</a:t>
            </a:r>
          </a:p>
        </p:txBody>
      </p:sp>
    </p:spTree>
    <p:extLst>
      <p:ext uri="{BB962C8B-B14F-4D97-AF65-F5344CB8AC3E}">
        <p14:creationId xmlns:p14="http://schemas.microsoft.com/office/powerpoint/2010/main" val="244252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AC82-A6B7-5C63-320D-AB182872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5206-5D64-6B97-B1DE-12DC41B99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Bifurcation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8F983-AB86-DAB0-23C6-19283852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0" y="1733550"/>
            <a:ext cx="48133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5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173A-0787-3810-2299-A7FF57C3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D60E5-AC04-7E59-2882-A6AB594B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2734003"/>
            <a:ext cx="6134100" cy="4038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E336A8-04A4-C8D7-F8A0-D4C97948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Stability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39D97-AF01-2C76-01EA-FD445C13901F}"/>
                  </a:ext>
                </a:extLst>
              </p:cNvPr>
              <p:cNvSpPr txBox="1"/>
              <p:nvPr/>
            </p:nvSpPr>
            <p:spPr>
              <a:xfrm>
                <a:off x="804108" y="1443555"/>
                <a:ext cx="1010825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Multiple parameters (</a:t>
                </a:r>
                <a:r>
                  <a:rPr lang="en-GB" sz="2800" i="1" dirty="0">
                    <a:solidFill>
                      <a:schemeClr val="accent1"/>
                    </a:solidFill>
                  </a:rPr>
                  <a:t>h </a:t>
                </a:r>
                <a:r>
                  <a:rPr lang="en-GB" sz="2800" dirty="0">
                    <a:solidFill>
                      <a:schemeClr val="accent1"/>
                    </a:solidFill>
                  </a:rPr>
                  <a:t>and </a:t>
                </a:r>
                <a:r>
                  <a:rPr lang="en-GB" sz="2800" i="1" dirty="0">
                    <a:solidFill>
                      <a:schemeClr val="accent1"/>
                    </a:solidFill>
                  </a:rPr>
                  <a:t>r</a:t>
                </a:r>
                <a:r>
                  <a:rPr lang="en-GB" sz="2800" dirty="0">
                    <a:solidFill>
                      <a:schemeClr val="accent1"/>
                    </a:solidFill>
                  </a:rPr>
                  <a:t>)</a:t>
                </a:r>
                <a:endParaRPr lang="en-GB" sz="2800" i="1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𝑟𝑥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800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39D97-AF01-2C76-01EA-FD445C139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08" y="1443555"/>
                <a:ext cx="10108257" cy="1384995"/>
              </a:xfrm>
              <a:prstGeom prst="rect">
                <a:avLst/>
              </a:prstGeom>
              <a:blipFill>
                <a:blip r:embed="rId3"/>
                <a:stretch>
                  <a:fillRect l="-1129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50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DB0D-FABB-5FA9-FA38-1C74996C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90E1-D4FE-4ACD-6121-AB1DAE07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C0541-CC0F-EB13-1C6E-28B13DB8E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8082"/>
            <a:ext cx="7772400" cy="294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7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C947-89BE-EBD6-107A-646A8F6BB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0E7-8161-89CD-A358-19830C56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A5312-47F4-0C8F-B60D-6BB4D34DA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8082"/>
            <a:ext cx="7772400" cy="294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0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1791-2CD1-A54F-F279-190E6288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A122BA-01A5-8FD9-433A-20D56A1AD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1530350"/>
            <a:ext cx="6883400" cy="37973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67C0D6E-DA29-A80F-988F-B19D979C00B9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Bifurcation of a </a:t>
            </a:r>
            <a:r>
              <a:rPr lang="en-GB" sz="3600" dirty="0" err="1">
                <a:solidFill>
                  <a:schemeClr val="accent1"/>
                </a:solidFill>
              </a:rPr>
              <a:t>persistant</a:t>
            </a:r>
            <a:r>
              <a:rPr lang="en-GB" sz="3600" dirty="0">
                <a:solidFill>
                  <a:schemeClr val="accent1"/>
                </a:solidFill>
              </a:rPr>
              <a:t> Na model</a:t>
            </a:r>
          </a:p>
        </p:txBody>
      </p:sp>
    </p:spTree>
    <p:extLst>
      <p:ext uri="{BB962C8B-B14F-4D97-AF65-F5344CB8AC3E}">
        <p14:creationId xmlns:p14="http://schemas.microsoft.com/office/powerpoint/2010/main" val="228513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2A50-7C11-B4EF-FB38-73F300D6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7638914-0317-1157-2BF6-62924A4598BA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Two-dimensional linear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9BB44-3C77-B824-A961-497B1FA60AEC}"/>
                  </a:ext>
                </a:extLst>
              </p:cNvPr>
              <p:cNvSpPr txBox="1"/>
              <p:nvPr/>
            </p:nvSpPr>
            <p:spPr>
              <a:xfrm>
                <a:off x="830680" y="1930416"/>
                <a:ext cx="4824247" cy="226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Same but with two variables:</a:t>
                </a:r>
              </a:p>
              <a:p>
                <a:endParaRPr lang="en-GB" sz="2800" b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GB" sz="3600" b="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79BB44-3C77-B824-A961-497B1FA6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80" y="1930416"/>
                <a:ext cx="4824247" cy="2268313"/>
              </a:xfrm>
              <a:prstGeom prst="rect">
                <a:avLst/>
              </a:prstGeom>
              <a:blipFill>
                <a:blip r:embed="rId2"/>
                <a:stretch>
                  <a:fillRect l="-2625" t="-3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8C22FA-178B-923B-02C0-075FE76A2587}"/>
                  </a:ext>
                </a:extLst>
              </p:cNvPr>
              <p:cNvSpPr txBox="1"/>
              <p:nvPr/>
            </p:nvSpPr>
            <p:spPr>
              <a:xfrm>
                <a:off x="6369269" y="1930416"/>
                <a:ext cx="4824247" cy="2997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Simpler in vectorial form:</a:t>
                </a:r>
              </a:p>
              <a:p>
                <a:endParaRPr lang="en-GB" sz="2800" b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en-US" sz="36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6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8C22FA-178B-923B-02C0-075FE76A2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69" y="1930416"/>
                <a:ext cx="4824247" cy="2997167"/>
              </a:xfrm>
              <a:prstGeom prst="rect">
                <a:avLst/>
              </a:prstGeom>
              <a:blipFill>
                <a:blip r:embed="rId3"/>
                <a:stretch>
                  <a:fillRect l="-2625"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83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0244-6D9D-0071-AF05-E3A23405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B5587C-2D01-1F22-4196-04C7642515ED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Two-dimensional linear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9570E9-04B5-B361-EDA8-236C5ABF7544}"/>
                  </a:ext>
                </a:extLst>
              </p:cNvPr>
              <p:cNvSpPr txBox="1"/>
              <p:nvPr/>
            </p:nvSpPr>
            <p:spPr>
              <a:xfrm>
                <a:off x="830680" y="1930416"/>
                <a:ext cx="4824247" cy="226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Same but with two variables:</a:t>
                </a:r>
              </a:p>
              <a:p>
                <a:endParaRPr lang="en-GB" sz="2800" b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GB" sz="3600" b="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9570E9-04B5-B361-EDA8-236C5ABF7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80" y="1930416"/>
                <a:ext cx="4824247" cy="2268313"/>
              </a:xfrm>
              <a:prstGeom prst="rect">
                <a:avLst/>
              </a:prstGeom>
              <a:blipFill>
                <a:blip r:embed="rId2"/>
                <a:stretch>
                  <a:fillRect l="-2625" t="-3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036905-567D-C3B2-3D09-9C194FF62A2B}"/>
                  </a:ext>
                </a:extLst>
              </p:cNvPr>
              <p:cNvSpPr txBox="1"/>
              <p:nvPr/>
            </p:nvSpPr>
            <p:spPr>
              <a:xfrm>
                <a:off x="6369269" y="1930416"/>
                <a:ext cx="4824247" cy="2997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Simpler in vectorial form:</a:t>
                </a:r>
              </a:p>
              <a:p>
                <a:endParaRPr lang="en-GB" sz="2800" b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en-US" sz="36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6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036905-567D-C3B2-3D09-9C194FF62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69" y="1930416"/>
                <a:ext cx="4824247" cy="2997167"/>
              </a:xfrm>
              <a:prstGeom prst="rect">
                <a:avLst/>
              </a:prstGeom>
              <a:blipFill>
                <a:blip r:embed="rId3"/>
                <a:stretch>
                  <a:fillRect l="-2625"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380FDE-B0C6-B7FA-C6FA-28F1F8DAF7FB}"/>
                  </a:ext>
                </a:extLst>
              </p:cNvPr>
              <p:cNvSpPr txBox="1"/>
              <p:nvPr/>
            </p:nvSpPr>
            <p:spPr>
              <a:xfrm>
                <a:off x="341950" y="5298981"/>
                <a:ext cx="10851566" cy="977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GB" sz="2800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=(0,0)</m:t>
                    </m:r>
                  </m:oMath>
                </a14:m>
                <a:r>
                  <a:rPr lang="en-GB" sz="28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GB" sz="28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is a fixed point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are solutions, then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GB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is also solution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380FDE-B0C6-B7FA-C6FA-28F1F8DAF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50" y="5298981"/>
                <a:ext cx="10851566" cy="977447"/>
              </a:xfrm>
              <a:prstGeom prst="rect">
                <a:avLst/>
              </a:prstGeom>
              <a:blipFill>
                <a:blip r:embed="rId4"/>
                <a:stretch>
                  <a:fillRect l="-935" t="-6410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54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2C9E-A45D-0537-53EC-B925162F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98D35E4-8C71-0717-2225-98E12F9D7C39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A9DB03-4B92-54E1-949F-1F62B22D5E97}"/>
                  </a:ext>
                </a:extLst>
              </p:cNvPr>
              <p:cNvSpPr txBox="1"/>
              <p:nvPr/>
            </p:nvSpPr>
            <p:spPr>
              <a:xfrm>
                <a:off x="557411" y="1363134"/>
                <a:ext cx="10636105" cy="1016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0" dirty="0">
                    <a:solidFill>
                      <a:schemeClr val="accent1"/>
                    </a:solidFill>
                  </a:rPr>
                  <a:t>Simple example:</a:t>
                </a:r>
                <a:r>
                  <a:rPr lang="en-GB" sz="3600" i="1" dirty="0">
                    <a:solidFill>
                      <a:schemeClr val="accent1"/>
                    </a:solidFill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6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GB" sz="3600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A9DB03-4B92-54E1-949F-1F62B22D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11" y="1363134"/>
                <a:ext cx="10636105" cy="1016112"/>
              </a:xfrm>
              <a:prstGeom prst="rect">
                <a:avLst/>
              </a:prstGeom>
              <a:blipFill>
                <a:blip r:embed="rId2"/>
                <a:stretch>
                  <a:fillRect l="-1073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D7CBC2-3734-5C98-54CB-450BCDD9E897}"/>
                  </a:ext>
                </a:extLst>
              </p:cNvPr>
              <p:cNvSpPr txBox="1"/>
              <p:nvPr/>
            </p:nvSpPr>
            <p:spPr>
              <a:xfrm>
                <a:off x="719668" y="2895599"/>
                <a:ext cx="3962983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800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and </a:t>
                </a:r>
                <a:r>
                  <a:rPr lang="en-US" sz="2800" i="1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are uncoupled:  </a:t>
                </a:r>
                <a:endParaRPr lang="en-GB" sz="2800" i="1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GB" sz="36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sz="36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  <a:p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D7CBC2-3734-5C98-54CB-450BCDD9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68" y="2895599"/>
                <a:ext cx="3962983" cy="2185214"/>
              </a:xfrm>
              <a:prstGeom prst="rect">
                <a:avLst/>
              </a:prstGeom>
              <a:blipFill>
                <a:blip r:embed="rId3"/>
                <a:stretch>
                  <a:fillRect l="-3195" t="-4070" r="-5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606CA9-DF79-57EF-A2AE-EE3DC8D4CB83}"/>
                  </a:ext>
                </a:extLst>
              </p:cNvPr>
              <p:cNvSpPr txBox="1"/>
              <p:nvPr/>
            </p:nvSpPr>
            <p:spPr>
              <a:xfrm>
                <a:off x="5037668" y="2895599"/>
                <a:ext cx="6536266" cy="1636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The equation can be solved separately:  </a:t>
                </a:r>
                <a:endParaRPr lang="en-GB" sz="2800" i="1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3600" b="0" i="1" baseline="30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en-GB" sz="3600" b="0" i="1" baseline="3000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606CA9-DF79-57EF-A2AE-EE3DC8D4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668" y="2895599"/>
                <a:ext cx="6536266" cy="1636474"/>
              </a:xfrm>
              <a:prstGeom prst="rect">
                <a:avLst/>
              </a:prstGeom>
              <a:blipFill>
                <a:blip r:embed="rId4"/>
                <a:stretch>
                  <a:fillRect l="-1938" t="-4651" r="-4070" b="-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156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146C-6AC6-E5A9-3649-C2EEAA9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05704-6E51-D1F7-84AF-B20E430A5BF3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C08A6D94-3DE7-068B-3CA7-AB4F498B5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5"/>
          <a:stretch>
            <a:fillRect/>
          </a:stretch>
        </p:blipFill>
        <p:spPr>
          <a:xfrm>
            <a:off x="3267509" y="1406177"/>
            <a:ext cx="5656982" cy="235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11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C6CA-7393-7CCB-EFFA-27EF124D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52C21D-CAE2-FF93-BA29-043472807F5C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CAA96AAF-4517-6A22-78F6-9B360755D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5"/>
          <a:stretch>
            <a:fillRect/>
          </a:stretch>
        </p:blipFill>
        <p:spPr>
          <a:xfrm>
            <a:off x="3267509" y="1406177"/>
            <a:ext cx="5656982" cy="235612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4A780F1-41F7-C723-15C3-6EF3470587F5}"/>
              </a:ext>
            </a:extLst>
          </p:cNvPr>
          <p:cNvGrpSpPr/>
          <p:nvPr/>
        </p:nvGrpSpPr>
        <p:grpSpPr>
          <a:xfrm>
            <a:off x="3261688" y="2177192"/>
            <a:ext cx="1101960" cy="1708920"/>
            <a:chOff x="3261688" y="2177192"/>
            <a:chExt cx="1101960" cy="170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A72DD5-1F04-D8EC-0EE8-240E9DCAEA20}"/>
                    </a:ext>
                  </a:extLst>
                </p14:cNvPr>
                <p14:cNvContentPartPr/>
                <p14:nvPr/>
              </p14:nvContentPartPr>
              <p14:xfrm>
                <a:off x="4241248" y="2177192"/>
                <a:ext cx="122400" cy="12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A72DD5-1F04-D8EC-0EE8-240E9DCAEA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32248" y="2168192"/>
                  <a:ext cx="140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F52732-79DC-8B26-3C21-26BFA03D5A89}"/>
                    </a:ext>
                  </a:extLst>
                </p14:cNvPr>
                <p14:cNvContentPartPr/>
                <p14:nvPr/>
              </p14:nvContentPartPr>
              <p14:xfrm>
                <a:off x="3261688" y="2288072"/>
                <a:ext cx="1009800" cy="1598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F52732-79DC-8B26-3C21-26BFA03D5A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52688" y="2279072"/>
                  <a:ext cx="1027440" cy="1615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2122F82-ABA9-0950-0572-36318C0DB11B}"/>
              </a:ext>
            </a:extLst>
          </p:cNvPr>
          <p:cNvSpPr txBox="1"/>
          <p:nvPr/>
        </p:nvSpPr>
        <p:spPr>
          <a:xfrm>
            <a:off x="2401171" y="4153191"/>
            <a:ext cx="6971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Attracting fixed point (if you start close to it, you end up there)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Liapunov</a:t>
            </a:r>
            <a:r>
              <a:rPr lang="en-US" dirty="0">
                <a:solidFill>
                  <a:schemeClr val="accent1"/>
                </a:solidFill>
              </a:rPr>
              <a:t> stable (if you start close to it, you never go far)</a:t>
            </a:r>
          </a:p>
          <a:p>
            <a:r>
              <a:rPr lang="en-US" dirty="0">
                <a:solidFill>
                  <a:schemeClr val="accent1"/>
                </a:solidFill>
              </a:rPr>
              <a:t>= Stable fixed point</a:t>
            </a:r>
          </a:p>
        </p:txBody>
      </p:sp>
    </p:spTree>
    <p:extLst>
      <p:ext uri="{BB962C8B-B14F-4D97-AF65-F5344CB8AC3E}">
        <p14:creationId xmlns:p14="http://schemas.microsoft.com/office/powerpoint/2010/main" val="1407974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EB17-35B8-CE7B-7214-3D9B260C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E929CBF-C4B5-DF37-8EFF-25097B9497DF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9609E7A6-CF82-B566-DCAC-BA8D2BB94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509" y="1406177"/>
            <a:ext cx="5656982" cy="49357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83DF27F-7514-B579-E434-6347079BCF9B}"/>
              </a:ext>
            </a:extLst>
          </p:cNvPr>
          <p:cNvSpPr/>
          <p:nvPr/>
        </p:nvSpPr>
        <p:spPr>
          <a:xfrm>
            <a:off x="5316150" y="3874076"/>
            <a:ext cx="1800880" cy="2010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7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E8EB-1F9D-1B08-6D25-D3EB8DAA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BDF275-C16F-ECCB-3F5D-98E26E970D96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51D1BCD4-4E4A-1465-6676-D45FCAB13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509" y="1406177"/>
            <a:ext cx="5656982" cy="4935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26AB01-BC0D-ABCC-9E20-91B087F6DD7B}"/>
                  </a:ext>
                </a:extLst>
              </p14:cNvPr>
              <p14:cNvContentPartPr/>
              <p14:nvPr/>
            </p14:nvContentPartPr>
            <p14:xfrm>
              <a:off x="3591030" y="4709237"/>
              <a:ext cx="145548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26AB01-BC0D-ABCC-9E20-91B087F6DD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028" y="4700398"/>
                <a:ext cx="1473124" cy="3712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80C109B-8BD0-2E9F-39A5-A3F35F3DA4D3}"/>
              </a:ext>
            </a:extLst>
          </p:cNvPr>
          <p:cNvSpPr txBox="1"/>
          <p:nvPr/>
        </p:nvSpPr>
        <p:spPr>
          <a:xfrm>
            <a:off x="2401172" y="4153191"/>
            <a:ext cx="1130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Line of fixed points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A3F637-19B2-E91D-6E78-6AA9188F3263}"/>
              </a:ext>
            </a:extLst>
          </p:cNvPr>
          <p:cNvSpPr/>
          <p:nvPr/>
        </p:nvSpPr>
        <p:spPr>
          <a:xfrm>
            <a:off x="5316150" y="3874076"/>
            <a:ext cx="1800880" cy="2010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BA88CE-B574-68AE-F5D0-FE93FCF38E82}"/>
              </a:ext>
            </a:extLst>
          </p:cNvPr>
          <p:cNvGrpSpPr/>
          <p:nvPr/>
        </p:nvGrpSpPr>
        <p:grpSpPr>
          <a:xfrm>
            <a:off x="4845328" y="4245579"/>
            <a:ext cx="1008000" cy="607680"/>
            <a:chOff x="4845328" y="4245579"/>
            <a:chExt cx="1008000" cy="60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BDE768-BA28-14E4-9F69-E01CAAEB7EA3}"/>
                    </a:ext>
                  </a:extLst>
                </p14:cNvPr>
                <p14:cNvContentPartPr/>
                <p14:nvPr/>
              </p14:nvContentPartPr>
              <p14:xfrm>
                <a:off x="4845328" y="4663179"/>
                <a:ext cx="138600" cy="19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BDE768-BA28-14E4-9F69-E01CAAEB7E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36328" y="4654179"/>
                  <a:ext cx="156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1A85FE-1881-394D-96A2-73EB5C49E7D9}"/>
                    </a:ext>
                  </a:extLst>
                </p14:cNvPr>
                <p14:cNvContentPartPr/>
                <p14:nvPr/>
              </p14:nvContentPartPr>
              <p14:xfrm>
                <a:off x="4867648" y="4245579"/>
                <a:ext cx="985680" cy="44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1A85FE-1881-394D-96A2-73EB5C49E7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58648" y="4236586"/>
                  <a:ext cx="1003320" cy="45862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8F6BC84-2ADD-6BDB-4A4A-6BCEC070FC03}"/>
              </a:ext>
            </a:extLst>
          </p:cNvPr>
          <p:cNvSpPr txBox="1"/>
          <p:nvPr/>
        </p:nvSpPr>
        <p:spPr>
          <a:xfrm>
            <a:off x="5415508" y="3876247"/>
            <a:ext cx="6971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Liapunov</a:t>
            </a:r>
            <a:r>
              <a:rPr lang="en-US" dirty="0">
                <a:solidFill>
                  <a:schemeClr val="accent1"/>
                </a:solidFill>
              </a:rPr>
              <a:t> stable but not attracting = Neutrally stable point</a:t>
            </a:r>
          </a:p>
        </p:txBody>
      </p:sp>
    </p:spTree>
    <p:extLst>
      <p:ext uri="{BB962C8B-B14F-4D97-AF65-F5344CB8AC3E}">
        <p14:creationId xmlns:p14="http://schemas.microsoft.com/office/powerpoint/2010/main" val="1889352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92BE-2668-6C96-BFA6-9A546B13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8B3C720-366C-7B30-53DE-052372BB5A3C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B36369E5-7B02-D23D-E43F-9FF9DFC76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509" y="1406177"/>
            <a:ext cx="5656982" cy="4935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B5196F-69AB-8943-9F2C-BCFC2EA68959}"/>
                  </a:ext>
                </a:extLst>
              </p14:cNvPr>
              <p14:cNvContentPartPr/>
              <p14:nvPr/>
            </p14:nvContentPartPr>
            <p14:xfrm>
              <a:off x="3591030" y="4709237"/>
              <a:ext cx="145548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B5196F-69AB-8943-9F2C-BCFC2EA68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028" y="4700398"/>
                <a:ext cx="1473124" cy="3712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B0358B8-8E3F-72D4-CDCE-671D2FE2BAF3}"/>
              </a:ext>
            </a:extLst>
          </p:cNvPr>
          <p:cNvSpPr txBox="1"/>
          <p:nvPr/>
        </p:nvSpPr>
        <p:spPr>
          <a:xfrm>
            <a:off x="2401172" y="4153191"/>
            <a:ext cx="1130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Line of fixed points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AFB594-D468-5758-98CA-9746F7738CDB}"/>
              </a:ext>
            </a:extLst>
          </p:cNvPr>
          <p:cNvSpPr/>
          <p:nvPr/>
        </p:nvSpPr>
        <p:spPr>
          <a:xfrm>
            <a:off x="5316150" y="3874076"/>
            <a:ext cx="1800880" cy="2010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3BDB62-CEFF-6277-1886-CE2A784DF61C}"/>
              </a:ext>
            </a:extLst>
          </p:cNvPr>
          <p:cNvSpPr txBox="1"/>
          <p:nvPr/>
        </p:nvSpPr>
        <p:spPr>
          <a:xfrm>
            <a:off x="7729615" y="4146302"/>
            <a:ext cx="427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Attracting  but not </a:t>
            </a:r>
            <a:r>
              <a:rPr lang="en-US" dirty="0" err="1">
                <a:solidFill>
                  <a:schemeClr val="accent1"/>
                </a:solidFill>
              </a:rPr>
              <a:t>liapunov</a:t>
            </a:r>
            <a:r>
              <a:rPr lang="en-US" dirty="0">
                <a:solidFill>
                  <a:schemeClr val="accent1"/>
                </a:solidFill>
              </a:rPr>
              <a:t> stable</a:t>
            </a:r>
          </a:p>
        </p:txBody>
      </p:sp>
      <p:pic>
        <p:nvPicPr>
          <p:cNvPr id="5" name="Picture 4" descr="A circle with arrows and a circle with a circle and a circle with a circle with a circle with a circle with a circle with a circle with a circle with a circle with a circle with a&#10;&#10;AI-generated content may be incorrect.">
            <a:extLst>
              <a:ext uri="{FF2B5EF4-FFF2-40B4-BE49-F238E27FC236}">
                <a16:creationId xmlns:a16="http://schemas.microsoft.com/office/drawing/2014/main" id="{C8DAFE32-94CF-7E7C-4E76-71ECC3B52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74" y="4153191"/>
            <a:ext cx="1306258" cy="154021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99D811E-96C8-C849-FFD2-37FD692681BB}"/>
              </a:ext>
            </a:extLst>
          </p:cNvPr>
          <p:cNvGrpSpPr/>
          <p:nvPr/>
        </p:nvGrpSpPr>
        <p:grpSpPr>
          <a:xfrm>
            <a:off x="7366331" y="4389582"/>
            <a:ext cx="393480" cy="558720"/>
            <a:chOff x="7366331" y="4389582"/>
            <a:chExt cx="39348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6BA907-CA21-5526-8A43-A54F2063BBEB}"/>
                    </a:ext>
                  </a:extLst>
                </p14:cNvPr>
                <p14:cNvContentPartPr/>
                <p14:nvPr/>
              </p14:nvContentPartPr>
              <p14:xfrm>
                <a:off x="7366331" y="4733382"/>
                <a:ext cx="230760" cy="214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6BA907-CA21-5526-8A43-A54F2063BB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57331" y="4724382"/>
                  <a:ext cx="248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90B918-DA17-3EE1-17FD-BCF7867CA507}"/>
                    </a:ext>
                  </a:extLst>
                </p14:cNvPr>
                <p14:cNvContentPartPr/>
                <p14:nvPr/>
              </p14:nvContentPartPr>
              <p14:xfrm>
                <a:off x="7527251" y="4389582"/>
                <a:ext cx="232560" cy="333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90B918-DA17-3EE1-17FD-BCF7867CA5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18611" y="4380582"/>
                  <a:ext cx="250200" cy="35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1378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1D2B-F25D-7EB6-EEF0-DA733D6A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DF9D341-57B0-E0B0-AC2D-0DEF28C332F7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9F9FF5C3-D01D-5C95-9899-F3AF499AB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509" y="1406177"/>
            <a:ext cx="5656982" cy="4935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E4CF75-91A1-FCA2-1E38-77F7F0B61640}"/>
                  </a:ext>
                </a:extLst>
              </p14:cNvPr>
              <p14:cNvContentPartPr/>
              <p14:nvPr/>
            </p14:nvContentPartPr>
            <p14:xfrm>
              <a:off x="3591030" y="4709237"/>
              <a:ext cx="145548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E4CF75-91A1-FCA2-1E38-77F7F0B616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028" y="4700398"/>
                <a:ext cx="1473124" cy="3712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7D06B63-20EB-E6F8-6ABD-C6C7EEDBD5F5}"/>
              </a:ext>
            </a:extLst>
          </p:cNvPr>
          <p:cNvSpPr txBox="1"/>
          <p:nvPr/>
        </p:nvSpPr>
        <p:spPr>
          <a:xfrm>
            <a:off x="2401172" y="4153191"/>
            <a:ext cx="1130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Line of fixed points</a:t>
            </a:r>
          </a:p>
        </p:txBody>
      </p:sp>
    </p:spTree>
    <p:extLst>
      <p:ext uri="{BB962C8B-B14F-4D97-AF65-F5344CB8AC3E}">
        <p14:creationId xmlns:p14="http://schemas.microsoft.com/office/powerpoint/2010/main" val="2247187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CC1B-63D5-B0C3-0098-2CC2768B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02F687-4E77-0A8D-6F11-D717F9F2DBA1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Uncoupled example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0AAA48DC-4469-37DE-AB10-9A88141D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509" y="1406177"/>
            <a:ext cx="5656982" cy="49357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B1E323-55FF-6D96-A8E6-00D00E8FD92E}"/>
                  </a:ext>
                </a:extLst>
              </p14:cNvPr>
              <p14:cNvContentPartPr/>
              <p14:nvPr/>
            </p14:nvContentPartPr>
            <p14:xfrm>
              <a:off x="3591030" y="4709237"/>
              <a:ext cx="1455480" cy="1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B1E323-55FF-6D96-A8E6-00D00E8FD9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028" y="4700398"/>
                <a:ext cx="1473124" cy="3712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6610B6B-FA07-CA9A-449A-473054725B9B}"/>
              </a:ext>
            </a:extLst>
          </p:cNvPr>
          <p:cNvSpPr txBox="1"/>
          <p:nvPr/>
        </p:nvSpPr>
        <p:spPr>
          <a:xfrm>
            <a:off x="2401172" y="4153191"/>
            <a:ext cx="1130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Line of fixed points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93CE73-7A8E-2E15-F3CA-2993E4187A0D}"/>
              </a:ext>
            </a:extLst>
          </p:cNvPr>
          <p:cNvGrpSpPr/>
          <p:nvPr/>
        </p:nvGrpSpPr>
        <p:grpSpPr>
          <a:xfrm>
            <a:off x="6057808" y="3821925"/>
            <a:ext cx="1352880" cy="1003320"/>
            <a:chOff x="6057808" y="3821925"/>
            <a:chExt cx="1352880" cy="10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18CAEA-5964-9BF9-E5AD-D2F8AE9A4EBC}"/>
                    </a:ext>
                  </a:extLst>
                </p14:cNvPr>
                <p14:cNvContentPartPr/>
                <p14:nvPr/>
              </p14:nvContentPartPr>
              <p14:xfrm>
                <a:off x="6057808" y="4648845"/>
                <a:ext cx="203400" cy="176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18CAEA-5964-9BF9-E5AD-D2F8AE9A4E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48824" y="4639845"/>
                  <a:ext cx="221009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181192-E6FF-9295-CFD7-9EEA092DC518}"/>
                    </a:ext>
                  </a:extLst>
                </p14:cNvPr>
                <p14:cNvContentPartPr/>
                <p14:nvPr/>
              </p14:nvContentPartPr>
              <p14:xfrm>
                <a:off x="6204688" y="3821925"/>
                <a:ext cx="1206000" cy="827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181192-E6FF-9295-CFD7-9EEA092DC5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95685" y="3812929"/>
                  <a:ext cx="1223645" cy="8449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27CB08C-0244-308D-20FD-E7BEAF7DE302}"/>
              </a:ext>
            </a:extLst>
          </p:cNvPr>
          <p:cNvSpPr txBox="1"/>
          <p:nvPr/>
        </p:nvSpPr>
        <p:spPr>
          <a:xfrm>
            <a:off x="7410688" y="3558714"/>
            <a:ext cx="146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Saddle point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0E275F9-E215-8B7A-B904-AB2782ADF687}"/>
                  </a:ext>
                </a:extLst>
              </p14:cNvPr>
              <p14:cNvContentPartPr/>
              <p14:nvPr/>
            </p14:nvContentPartPr>
            <p14:xfrm>
              <a:off x="6122968" y="3987885"/>
              <a:ext cx="51480" cy="1441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0E275F9-E215-8B7A-B904-AB2782ADF6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13968" y="3978885"/>
                <a:ext cx="69120" cy="14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8702C4-3A98-F69C-84DE-9973DA89D6E7}"/>
                  </a:ext>
                </a:extLst>
              </p14:cNvPr>
              <p14:cNvContentPartPr/>
              <p14:nvPr/>
            </p14:nvContentPartPr>
            <p14:xfrm>
              <a:off x="6256888" y="5094885"/>
              <a:ext cx="861840" cy="569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8702C4-3A98-F69C-84DE-9973DA89D6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47888" y="5085885"/>
                <a:ext cx="879480" cy="58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FCB33EF-C3C4-4E9A-E1C9-566BA1326EF2}"/>
              </a:ext>
            </a:extLst>
          </p:cNvPr>
          <p:cNvGrpSpPr/>
          <p:nvPr/>
        </p:nvGrpSpPr>
        <p:grpSpPr>
          <a:xfrm>
            <a:off x="5419528" y="4490805"/>
            <a:ext cx="1996200" cy="256320"/>
            <a:chOff x="5419528" y="4490805"/>
            <a:chExt cx="199620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BE5630-CE64-5919-16FE-A723D43ED0B5}"/>
                    </a:ext>
                  </a:extLst>
                </p14:cNvPr>
                <p14:cNvContentPartPr/>
                <p14:nvPr/>
              </p14:nvContentPartPr>
              <p14:xfrm>
                <a:off x="5419528" y="4691685"/>
                <a:ext cx="141948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BE5630-CE64-5919-16FE-A723D43ED0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10528" y="4682685"/>
                  <a:ext cx="1437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A3DE2E-CF02-0F14-89F9-07FBAC397BE3}"/>
                    </a:ext>
                  </a:extLst>
                </p14:cNvPr>
                <p14:cNvContentPartPr/>
                <p14:nvPr/>
              </p14:nvContentPartPr>
              <p14:xfrm>
                <a:off x="6705808" y="4490805"/>
                <a:ext cx="709920" cy="157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A3DE2E-CF02-0F14-89F9-07FBAC397B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96808" y="4481805"/>
                  <a:ext cx="727560" cy="175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FBBAB1C-A49E-3DCF-6678-055425C49D81}"/>
              </a:ext>
            </a:extLst>
          </p:cNvPr>
          <p:cNvSpPr txBox="1"/>
          <p:nvPr/>
        </p:nvSpPr>
        <p:spPr>
          <a:xfrm>
            <a:off x="7440927" y="4245524"/>
            <a:ext cx="2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Unstable manifold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A62A3-7072-8AE8-F5F8-1EF5E6458E03}"/>
              </a:ext>
            </a:extLst>
          </p:cNvPr>
          <p:cNvSpPr txBox="1"/>
          <p:nvPr/>
        </p:nvSpPr>
        <p:spPr>
          <a:xfrm>
            <a:off x="7060768" y="5565073"/>
            <a:ext cx="212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6927"/>
                </a:solidFill>
              </a:rPr>
              <a:t>Stable manifold</a:t>
            </a:r>
          </a:p>
        </p:txBody>
      </p:sp>
    </p:spTree>
    <p:extLst>
      <p:ext uri="{BB962C8B-B14F-4D97-AF65-F5344CB8AC3E}">
        <p14:creationId xmlns:p14="http://schemas.microsoft.com/office/powerpoint/2010/main" val="2775425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9D76-1D4D-984D-691B-1CDBD047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812281-B356-90A7-8B72-E68C3A911228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General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0D1CF-29A6-A805-C7AD-B10FF44BD7E4}"/>
                  </a:ext>
                </a:extLst>
              </p:cNvPr>
              <p:cNvSpPr txBox="1"/>
              <p:nvPr/>
            </p:nvSpPr>
            <p:spPr>
              <a:xfrm>
                <a:off x="3683876" y="2361303"/>
                <a:ext cx="4824247" cy="2135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en-US" sz="36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6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0D1CF-29A6-A805-C7AD-B10FF44BD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876" y="2361303"/>
                <a:ext cx="4824247" cy="2135393"/>
              </a:xfrm>
              <a:prstGeom prst="rect">
                <a:avLst/>
              </a:prstGeom>
              <a:blipFill>
                <a:blip r:embed="rId2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234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7B8D-4803-D5B4-446F-380082C8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D2EB6B2-3DDF-495D-B83B-36802CBB36D2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Look for straight line trajectories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F11841-CF2D-232F-001F-6E703659872B}"/>
                  </a:ext>
                </a:extLst>
              </p:cNvPr>
              <p:cNvSpPr txBox="1"/>
              <p:nvPr/>
            </p:nvSpPr>
            <p:spPr>
              <a:xfrm>
                <a:off x="618065" y="1424248"/>
                <a:ext cx="3962983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  </a:t>
                </a:r>
                <a:endParaRPr lang="en-GB" sz="2800" i="1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GB" sz="36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sz="36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  <a:p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F11841-CF2D-232F-001F-6E7036598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5" y="1424248"/>
                <a:ext cx="3962983" cy="21852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BAA6BF-D842-48A7-07A3-9C327A399AE3}"/>
                  </a:ext>
                </a:extLst>
              </p:cNvPr>
              <p:cNvSpPr txBox="1"/>
              <p:nvPr/>
            </p:nvSpPr>
            <p:spPr>
              <a:xfrm>
                <a:off x="-668576" y="4839967"/>
                <a:ext cx="6536266" cy="1187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3600" b="0" i="1" baseline="30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en-GB" sz="3600" b="0" i="1" baseline="3000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BAA6BF-D842-48A7-07A3-9C327A399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8576" y="4839967"/>
                <a:ext cx="6536266" cy="1187569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B16738B-5F83-490C-EF37-41EEC9E3A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005" y="1013792"/>
            <a:ext cx="5544272" cy="57214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BCDCFC-A4BE-DCA4-B7D9-B5D876ECE888}"/>
                  </a:ext>
                </a:extLst>
              </p14:cNvPr>
              <p14:cNvContentPartPr/>
              <p14:nvPr/>
            </p14:nvContentPartPr>
            <p14:xfrm>
              <a:off x="9171951" y="2647422"/>
              <a:ext cx="1472040" cy="1064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BCDCFC-A4BE-DCA4-B7D9-B5D876ECE8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3311" y="2638422"/>
                <a:ext cx="1489680" cy="10818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4AD09A1-018D-906C-8652-DE48C26DD6CA}"/>
              </a:ext>
            </a:extLst>
          </p:cNvPr>
          <p:cNvSpPr txBox="1"/>
          <p:nvPr/>
        </p:nvSpPr>
        <p:spPr>
          <a:xfrm>
            <a:off x="10767129" y="2462756"/>
            <a:ext cx="1260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Y-nullcline</a:t>
            </a:r>
          </a:p>
        </p:txBody>
      </p:sp>
    </p:spTree>
    <p:extLst>
      <p:ext uri="{BB962C8B-B14F-4D97-AF65-F5344CB8AC3E}">
        <p14:creationId xmlns:p14="http://schemas.microsoft.com/office/powerpoint/2010/main" val="3051777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BCE2A-E765-B273-74C3-DB38044E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4AC5C97-E562-F10F-7A84-45297F99D205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Look for straight line trajectories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D4D912-03FC-72A4-161F-FBD65080E3CF}"/>
                  </a:ext>
                </a:extLst>
              </p:cNvPr>
              <p:cNvSpPr txBox="1"/>
              <p:nvPr/>
            </p:nvSpPr>
            <p:spPr>
              <a:xfrm>
                <a:off x="3367721" y="1815835"/>
                <a:ext cx="5456558" cy="580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Let’s look for: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)= </m:t>
                        </m:r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D4D912-03FC-72A4-161F-FBD65080E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721" y="1815835"/>
                <a:ext cx="5456558" cy="580095"/>
              </a:xfrm>
              <a:prstGeom prst="rect">
                <a:avLst/>
              </a:prstGeom>
              <a:blipFill>
                <a:blip r:embed="rId2"/>
                <a:stretch>
                  <a:fillRect l="-4861" t="-21739" r="-926" b="-45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BD2037-6108-0ADA-6A74-4EE2B3A786E1}"/>
                  </a:ext>
                </a:extLst>
              </p:cNvPr>
              <p:cNvSpPr txBox="1"/>
              <p:nvPr/>
            </p:nvSpPr>
            <p:spPr>
              <a:xfrm>
                <a:off x="4086635" y="3197973"/>
                <a:ext cx="401872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Given that: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GB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6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BD2037-6108-0ADA-6A74-4EE2B3A78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35" y="3197973"/>
                <a:ext cx="4018729" cy="553998"/>
              </a:xfrm>
              <a:prstGeom prst="rect">
                <a:avLst/>
              </a:prstGeom>
              <a:blipFill>
                <a:blip r:embed="rId3"/>
                <a:stretch>
                  <a:fillRect l="-6604" t="-27273" r="-1258" b="-4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71858B-A9D9-6867-1AC7-DE07D9CF1E92}"/>
                  </a:ext>
                </a:extLst>
              </p:cNvPr>
              <p:cNvSpPr txBox="1"/>
              <p:nvPr/>
            </p:nvSpPr>
            <p:spPr>
              <a:xfrm>
                <a:off x="2528139" y="4462071"/>
                <a:ext cx="3776355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We have: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3600" b="1" dirty="0">
                    <a:solidFill>
                      <a:schemeClr val="accent1"/>
                    </a:solidFill>
                  </a:rPr>
                  <a:t> </a:t>
                </a:r>
              </a:p>
              <a:p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71858B-A9D9-6867-1AC7-DE07D9CF1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139" y="4462071"/>
                <a:ext cx="3776355" cy="1107996"/>
              </a:xfrm>
              <a:prstGeom prst="rect">
                <a:avLst/>
              </a:prstGeom>
              <a:blipFill>
                <a:blip r:embed="rId4"/>
                <a:stretch>
                  <a:fillRect l="-7383"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911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DB8A-20EB-194A-BD75-5672966B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B18F23-A22D-4074-7E79-1F7C136589F3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600423-3B43-669E-9DDF-487BBE8F919A}"/>
                  </a:ext>
                </a:extLst>
              </p:cNvPr>
              <p:cNvSpPr txBox="1"/>
              <p:nvPr/>
            </p:nvSpPr>
            <p:spPr>
              <a:xfrm>
                <a:off x="3367721" y="1815835"/>
                <a:ext cx="5456558" cy="580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Let’s look for: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)= </m:t>
                        </m:r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600423-3B43-669E-9DDF-487BBE8F9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721" y="1815835"/>
                <a:ext cx="5456558" cy="580095"/>
              </a:xfrm>
              <a:prstGeom prst="rect">
                <a:avLst/>
              </a:prstGeom>
              <a:blipFill>
                <a:blip r:embed="rId2"/>
                <a:stretch>
                  <a:fillRect l="-4861" t="-21739" r="-926" b="-45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7613CE-C934-0A57-ACFC-CFF2EB34F54F}"/>
                  </a:ext>
                </a:extLst>
              </p:cNvPr>
              <p:cNvSpPr txBox="1"/>
              <p:nvPr/>
            </p:nvSpPr>
            <p:spPr>
              <a:xfrm>
                <a:off x="4086635" y="3197973"/>
                <a:ext cx="401872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Given that: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GB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6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7613CE-C934-0A57-ACFC-CFF2EB34F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35" y="3197973"/>
                <a:ext cx="4018729" cy="553998"/>
              </a:xfrm>
              <a:prstGeom prst="rect">
                <a:avLst/>
              </a:prstGeom>
              <a:blipFill>
                <a:blip r:embed="rId3"/>
                <a:stretch>
                  <a:fillRect l="-6604" t="-27273" r="-1258" b="-4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0B6638-AABF-4A91-5F73-B8ECA8EFC081}"/>
                  </a:ext>
                </a:extLst>
              </p:cNvPr>
              <p:cNvSpPr txBox="1"/>
              <p:nvPr/>
            </p:nvSpPr>
            <p:spPr>
              <a:xfrm>
                <a:off x="2528139" y="4462071"/>
                <a:ext cx="7383175" cy="2215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We have: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3600" b="1" dirty="0">
                    <a:solidFill>
                      <a:schemeClr val="accent1"/>
                    </a:solidFill>
                  </a:rPr>
                  <a:t> </a:t>
                </a:r>
              </a:p>
              <a:p>
                <a:endParaRPr lang="en-US" sz="3600" b="1" dirty="0">
                  <a:solidFill>
                    <a:schemeClr val="accent1"/>
                  </a:solidFill>
                </a:endParaRPr>
              </a:p>
              <a:p>
                <a:r>
                  <a:rPr lang="en-US" sz="3600" b="1" dirty="0">
                    <a:solidFill>
                      <a:schemeClr val="accent1"/>
                    </a:solidFill>
                  </a:rPr>
                  <a:t>v</a:t>
                </a:r>
                <a:r>
                  <a:rPr lang="en-US" sz="3600" dirty="0">
                    <a:solidFill>
                      <a:schemeClr val="accent1"/>
                    </a:solidFill>
                  </a:rPr>
                  <a:t> is an eigenvector,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3600" dirty="0">
                    <a:solidFill>
                      <a:schemeClr val="accent1"/>
                    </a:solidFill>
                  </a:rPr>
                  <a:t> an eigenvalue</a:t>
                </a:r>
              </a:p>
              <a:p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0B6638-AABF-4A91-5F73-B8ECA8EFC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139" y="4462071"/>
                <a:ext cx="7383175" cy="2215991"/>
              </a:xfrm>
              <a:prstGeom prst="rect">
                <a:avLst/>
              </a:prstGeom>
              <a:blipFill>
                <a:blip r:embed="rId4"/>
                <a:stretch>
                  <a:fillRect l="-3780" t="-6286" r="-2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898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950C-A206-60B2-896D-A6395613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F94560-AC49-EB54-9AEC-ADAAB8A4D44E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946BC4-E391-7C0A-B766-D98D8E4E82D9}"/>
                  </a:ext>
                </a:extLst>
              </p:cNvPr>
              <p:cNvSpPr txBox="1"/>
              <p:nvPr/>
            </p:nvSpPr>
            <p:spPr>
              <a:xfrm>
                <a:off x="495679" y="1723892"/>
                <a:ext cx="1074653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In general eigenvalues are given by: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3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946BC4-E391-7C0A-B766-D98D8E4E8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79" y="1723892"/>
                <a:ext cx="10746532" cy="553998"/>
              </a:xfrm>
              <a:prstGeom prst="rect">
                <a:avLst/>
              </a:prstGeom>
              <a:blipFill>
                <a:blip r:embed="rId2"/>
                <a:stretch>
                  <a:fillRect l="-2476" t="-24444" r="-472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2605F7-349B-0650-77B2-247EF5E52E2E}"/>
                  </a:ext>
                </a:extLst>
              </p:cNvPr>
              <p:cNvSpPr txBox="1"/>
              <p:nvPr/>
            </p:nvSpPr>
            <p:spPr>
              <a:xfrm>
                <a:off x="557411" y="2735753"/>
                <a:ext cx="10920297" cy="2952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In 2D with </a:t>
                </a:r>
                <a14:m>
                  <m:oMath xmlns:m="http://schemas.openxmlformats.org/officeDocument/2006/math"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600" dirty="0">
                    <a:solidFill>
                      <a:schemeClr val="accent1"/>
                    </a:solidFill>
                  </a:rPr>
                  <a:t>the solutions are:</a:t>
                </a:r>
              </a:p>
              <a:p>
                <a:r>
                  <a:rPr lang="en-US" sz="3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  <m:sup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d>
                          <m:dPr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𝑎𝑑</m:t>
                            </m:r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𝑏𝑐</m:t>
                            </m:r>
                          </m:e>
                        </m:d>
                      </m:e>
                    </m:rad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36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GB" sz="36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−4∆</m:t>
                            </m:r>
                          </m:e>
                        </m:rad>
                      </m:num>
                      <m:den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600" dirty="0">
                  <a:solidFill>
                    <a:schemeClr val="accent1"/>
                  </a:solidFill>
                </a:endParaRPr>
              </a:p>
              <a:p>
                <a:endParaRPr lang="en-US" sz="3600" dirty="0">
                  <a:solidFill>
                    <a:schemeClr val="accent1"/>
                  </a:solidFill>
                </a:endParaRPr>
              </a:p>
              <a:p>
                <a:r>
                  <a:rPr lang="en-US" sz="3600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3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trace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600" dirty="0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6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𝑏𝑐</m:t>
                    </m:r>
                  </m:oMath>
                </a14:m>
                <a:endParaRPr lang="en-US" sz="3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2605F7-349B-0650-77B2-247EF5E52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11" y="2735753"/>
                <a:ext cx="10920297" cy="2952988"/>
              </a:xfrm>
              <a:prstGeom prst="rect">
                <a:avLst/>
              </a:prstGeom>
              <a:blipFill>
                <a:blip r:embed="rId3"/>
                <a:stretch>
                  <a:fillRect l="-2439" t="-429" r="-465" b="-8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94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61B7-80DB-DCF5-3549-B0D3B8B8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08E031-7900-E9B6-F4EF-0C0F7AE70F64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Typical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EF2F73-08EA-E658-75D5-BB4CCBCB9D99}"/>
                  </a:ext>
                </a:extLst>
              </p:cNvPr>
              <p:cNvSpPr txBox="1"/>
              <p:nvPr/>
            </p:nvSpPr>
            <p:spPr>
              <a:xfrm>
                <a:off x="495679" y="1234807"/>
                <a:ext cx="5257850" cy="20313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>
                    <a:solidFill>
                      <a:schemeClr val="accent1"/>
                    </a:solidFill>
                  </a:rPr>
                  <a:t>Typical situation: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0" i="1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0" i="1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chemeClr val="accent1"/>
                    </a:solidFill>
                  </a:rPr>
                  <a:t>For any initial condition</a:t>
                </a:r>
              </a:p>
              <a:p>
                <a:r>
                  <a:rPr lang="en-US" sz="3600" dirty="0">
                    <a:solidFill>
                      <a:schemeClr val="accent1"/>
                    </a:solidFill>
                  </a:rPr>
                  <a:t>x0 = c</a:t>
                </a:r>
                <a:r>
                  <a:rPr lang="en-US" sz="3600" baseline="-25000" dirty="0">
                    <a:solidFill>
                      <a:schemeClr val="accent1"/>
                    </a:solidFill>
                  </a:rPr>
                  <a:t>1</a:t>
                </a:r>
                <a:r>
                  <a:rPr lang="en-US" sz="3600" dirty="0">
                    <a:solidFill>
                      <a:schemeClr val="accent1"/>
                    </a:solidFill>
                  </a:rPr>
                  <a:t>v</a:t>
                </a:r>
                <a:r>
                  <a:rPr lang="en-US" sz="3600" baseline="-25000" dirty="0">
                    <a:solidFill>
                      <a:schemeClr val="accent1"/>
                    </a:solidFill>
                  </a:rPr>
                  <a:t>1</a:t>
                </a:r>
                <a:r>
                  <a:rPr lang="en-US" sz="3600" dirty="0">
                    <a:solidFill>
                      <a:schemeClr val="accent1"/>
                    </a:solidFill>
                  </a:rPr>
                  <a:t>+c</a:t>
                </a:r>
                <a:r>
                  <a:rPr lang="en-US" sz="3600" baseline="-25000" dirty="0">
                    <a:solidFill>
                      <a:schemeClr val="accent1"/>
                    </a:solidFill>
                  </a:rPr>
                  <a:t>2</a:t>
                </a:r>
                <a:r>
                  <a:rPr lang="en-US" sz="3600" dirty="0">
                    <a:solidFill>
                      <a:schemeClr val="accent1"/>
                    </a:solidFill>
                  </a:rPr>
                  <a:t>v</a:t>
                </a:r>
                <a:r>
                  <a:rPr lang="en-US" sz="3600" baseline="-25000" dirty="0">
                    <a:solidFill>
                      <a:schemeClr val="accent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EF2F73-08EA-E658-75D5-BB4CCBCB9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79" y="1234807"/>
                <a:ext cx="5257850" cy="2031325"/>
              </a:xfrm>
              <a:prstGeom prst="rect">
                <a:avLst/>
              </a:prstGeom>
              <a:blipFill>
                <a:blip r:embed="rId2"/>
                <a:stretch>
                  <a:fillRect l="-5048" t="-6832" b="-1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FCD8F4-BBC3-1276-B713-62D70AE4BB4F}"/>
                  </a:ext>
                </a:extLst>
              </p:cNvPr>
              <p:cNvSpPr txBox="1"/>
              <p:nvPr/>
            </p:nvSpPr>
            <p:spPr>
              <a:xfrm>
                <a:off x="495679" y="4657670"/>
                <a:ext cx="5293629" cy="580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3600" b="0" i="1" baseline="-2500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3600" i="1" baseline="-25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GB" sz="3600" b="1" i="0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36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3600" b="0" i="1" baseline="-2500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3600" b="0" i="1" baseline="-2500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GB" sz="3600" b="1" i="0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FCD8F4-BBC3-1276-B713-62D70AE4B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79" y="4657670"/>
                <a:ext cx="5293629" cy="580095"/>
              </a:xfrm>
              <a:prstGeom prst="rect">
                <a:avLst/>
              </a:prstGeom>
              <a:blipFill>
                <a:blip r:embed="rId3"/>
                <a:stretch>
                  <a:fillRect l="-23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019D32-B91E-2CF4-8E85-01923813E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881" y="1775188"/>
            <a:ext cx="5896276" cy="47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65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0EF6-4A9F-639B-D620-E12BEFA6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F331533-8654-66FA-F669-78AD9A8380D9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Boring reality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0DAB09-B348-545E-675D-58597D3DE627}"/>
                  </a:ext>
                </a:extLst>
              </p:cNvPr>
              <p:cNvSpPr txBox="1"/>
              <p:nvPr/>
            </p:nvSpPr>
            <p:spPr>
              <a:xfrm>
                <a:off x="4280600" y="409374"/>
                <a:ext cx="399788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0" i="1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b="0" i="1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GB" sz="3600" b="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and are real</a:t>
                </a:r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0DAB09-B348-545E-675D-58597D3DE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0" y="409374"/>
                <a:ext cx="3997889" cy="553998"/>
              </a:xfrm>
              <a:prstGeom prst="rect">
                <a:avLst/>
              </a:prstGeom>
              <a:blipFill>
                <a:blip r:embed="rId2"/>
                <a:stretch>
                  <a:fillRect l="-3797" t="-25000" r="-6013" b="-5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B20DDD9-EA5E-8B45-66F3-483D5631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2076"/>
            <a:ext cx="3975100" cy="427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D29A47-F6FD-2B9C-34AC-33BEB74A5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096" y="2062076"/>
            <a:ext cx="3975100" cy="4279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DF8728-EDF3-45B9-7C8B-36E389008FEE}"/>
                  </a:ext>
                </a:extLst>
              </p:cNvPr>
              <p:cNvSpPr txBox="1"/>
              <p:nvPr/>
            </p:nvSpPr>
            <p:spPr>
              <a:xfrm>
                <a:off x="437805" y="1478864"/>
                <a:ext cx="3646129" cy="910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&lt;0, </m:t>
                      </m:r>
                      <m:r>
                        <a:rPr lang="en-US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sz="360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DF8728-EDF3-45B9-7C8B-36E389008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5" y="1478864"/>
                <a:ext cx="3646129" cy="910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2FA6F8-4628-4FDB-34EF-3633521A0AE5}"/>
                  </a:ext>
                </a:extLst>
              </p:cNvPr>
              <p:cNvSpPr txBox="1"/>
              <p:nvPr/>
            </p:nvSpPr>
            <p:spPr>
              <a:xfrm>
                <a:off x="8257067" y="1478864"/>
                <a:ext cx="3646129" cy="910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</m:t>
                      </m:r>
                      <m:r>
                        <a:rPr lang="en-US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60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2FA6F8-4628-4FDB-34EF-3633521A0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67" y="1478864"/>
                <a:ext cx="3646129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66524-B3FC-766D-6A98-05BC51F31EE1}"/>
                  </a:ext>
                </a:extLst>
              </p:cNvPr>
              <p:cNvSpPr txBox="1"/>
              <p:nvPr/>
            </p:nvSpPr>
            <p:spPr>
              <a:xfrm>
                <a:off x="4409047" y="1478864"/>
                <a:ext cx="3646129" cy="910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&lt;0, </m:t>
                      </m:r>
                      <m:r>
                        <a:rPr lang="en-US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60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66524-B3FC-766D-6A98-05BC51F31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047" y="1478864"/>
                <a:ext cx="3646129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CC7DA25-ED9A-995E-9BBE-81B39DA95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8465" y="2062076"/>
            <a:ext cx="39751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44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721F-A26B-8C8D-7E4C-8D4018AC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321C86-1EAC-758C-773C-53AFAE32D58A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Funnier complex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B14C6B-733A-6936-BA01-D4B1A166A639}"/>
                  </a:ext>
                </a:extLst>
              </p:cNvPr>
              <p:cNvSpPr txBox="1"/>
              <p:nvPr/>
            </p:nvSpPr>
            <p:spPr>
              <a:xfrm>
                <a:off x="4965005" y="459794"/>
                <a:ext cx="2222340" cy="541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B14C6B-733A-6936-BA01-D4B1A166A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005" y="459794"/>
                <a:ext cx="2222340" cy="541238"/>
              </a:xfrm>
              <a:prstGeom prst="rect">
                <a:avLst/>
              </a:prstGeom>
              <a:blipFill>
                <a:blip r:embed="rId2"/>
                <a:stretch>
                  <a:fillRect l="-4545" r="-6250" b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2FC07-9DD5-F5E2-F77F-07BDE1420362}"/>
                  </a:ext>
                </a:extLst>
              </p:cNvPr>
              <p:cNvSpPr txBox="1"/>
              <p:nvPr/>
            </p:nvSpPr>
            <p:spPr>
              <a:xfrm>
                <a:off x="871409" y="1364966"/>
                <a:ext cx="10175863" cy="580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36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2FC07-9DD5-F5E2-F77F-07BDE1420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09" y="1364966"/>
                <a:ext cx="10175863" cy="580095"/>
              </a:xfrm>
              <a:prstGeom prst="rect">
                <a:avLst/>
              </a:prstGeom>
              <a:blipFill>
                <a:blip r:embed="rId3"/>
                <a:stretch>
                  <a:fillRect t="-4255" r="-998" b="-36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618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DE30-88A1-0D24-D59F-96473449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3F726E-275D-B51D-9396-F5D5073D2766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Funnier complex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F48803-CFFC-7EB8-B518-9978C5E7501B}"/>
                  </a:ext>
                </a:extLst>
              </p:cNvPr>
              <p:cNvSpPr txBox="1"/>
              <p:nvPr/>
            </p:nvSpPr>
            <p:spPr>
              <a:xfrm>
                <a:off x="4965005" y="459794"/>
                <a:ext cx="2222340" cy="541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F48803-CFFC-7EB8-B518-9978C5E75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005" y="459794"/>
                <a:ext cx="2222340" cy="541238"/>
              </a:xfrm>
              <a:prstGeom prst="rect">
                <a:avLst/>
              </a:prstGeom>
              <a:blipFill>
                <a:blip r:embed="rId2"/>
                <a:stretch>
                  <a:fillRect l="-4545" r="-6250" b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6410E-30A6-18C8-1735-DEF6C741B4D1}"/>
                  </a:ext>
                </a:extLst>
              </p:cNvPr>
              <p:cNvSpPr txBox="1"/>
              <p:nvPr/>
            </p:nvSpPr>
            <p:spPr>
              <a:xfrm>
                <a:off x="437805" y="2022889"/>
                <a:ext cx="3646129" cy="5412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6410E-30A6-18C8-1735-DEF6C741B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5" y="2022889"/>
                <a:ext cx="3646129" cy="541238"/>
              </a:xfrm>
              <a:prstGeom prst="rect">
                <a:avLst/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037BDD-390F-32E1-4E3C-C67DB3C1E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64" y="2585410"/>
            <a:ext cx="3975100" cy="4279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CDF210-4E89-C583-D5E8-618D99161DE6}"/>
                  </a:ext>
                </a:extLst>
              </p:cNvPr>
              <p:cNvSpPr txBox="1"/>
              <p:nvPr/>
            </p:nvSpPr>
            <p:spPr>
              <a:xfrm>
                <a:off x="8272552" y="2064863"/>
                <a:ext cx="3646129" cy="5412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CDF210-4E89-C583-D5E8-618D9916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552" y="2064863"/>
                <a:ext cx="3646129" cy="541238"/>
              </a:xfrm>
              <a:prstGeom prst="rect">
                <a:avLst/>
              </a:prstGeom>
              <a:blipFill>
                <a:blip r:embed="rId5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0CCE1CF6-42A4-0DA9-D9CC-D9D1ED4A9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891" y="2585410"/>
            <a:ext cx="3975100" cy="4279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0FE136-25A0-EA69-D8AD-5D3879827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1791" y="2585410"/>
            <a:ext cx="3975100" cy="4279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EF01B4-DF14-2E14-D494-7D5B52C9654C}"/>
                  </a:ext>
                </a:extLst>
              </p:cNvPr>
              <p:cNvSpPr txBox="1"/>
              <p:nvPr/>
            </p:nvSpPr>
            <p:spPr>
              <a:xfrm>
                <a:off x="4272935" y="2022889"/>
                <a:ext cx="3646129" cy="5412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EF01B4-DF14-2E14-D494-7D5B52C96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935" y="2022889"/>
                <a:ext cx="3646129" cy="541238"/>
              </a:xfrm>
              <a:prstGeom prst="rect">
                <a:avLst/>
              </a:prstGeom>
              <a:blipFill>
                <a:blip r:embed="rId8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25AF6-D645-4592-735C-0797389B0747}"/>
                  </a:ext>
                </a:extLst>
              </p:cNvPr>
              <p:cNvSpPr txBox="1"/>
              <p:nvPr/>
            </p:nvSpPr>
            <p:spPr>
              <a:xfrm>
                <a:off x="871409" y="1364966"/>
                <a:ext cx="10175863" cy="580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3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GB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36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36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GB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600" b="0" baseline="-2500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25AF6-D645-4592-735C-0797389B0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09" y="1364966"/>
                <a:ext cx="10175863" cy="580095"/>
              </a:xfrm>
              <a:prstGeom prst="rect">
                <a:avLst/>
              </a:prstGeom>
              <a:blipFill>
                <a:blip r:embed="rId9"/>
                <a:stretch>
                  <a:fillRect t="-4255" r="-998" b="-36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263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7899-45AF-3681-A81D-47D27949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2098BE-44E7-C314-61D2-6DCA8AF7367C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Edge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D460B-5E62-E570-E2FD-210D310189EF}"/>
                  </a:ext>
                </a:extLst>
              </p:cNvPr>
              <p:cNvSpPr txBox="1"/>
              <p:nvPr/>
            </p:nvSpPr>
            <p:spPr>
              <a:xfrm>
                <a:off x="496239" y="1034969"/>
                <a:ext cx="5127668" cy="1521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3600" b="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GB" sz="3600" b="1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GB" sz="3600" b="0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sz="3600" b="1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GB" sz="3600" b="0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3600" b="0" baseline="-250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:endParaRPr lang="en-GB" sz="3600" b="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r>
                  <a:rPr lang="en-GB" sz="36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True only if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3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3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3600" b="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9D460B-5E62-E570-E2FD-210D3101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39" y="1034969"/>
                <a:ext cx="5127668" cy="1521955"/>
              </a:xfrm>
              <a:prstGeom prst="rect">
                <a:avLst/>
              </a:prstGeom>
              <a:blipFill>
                <a:blip r:embed="rId2"/>
                <a:stretch>
                  <a:fillRect l="-5172" t="-9091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541603C-A207-BF5F-DD8F-1A9D663E9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2" y="2578101"/>
            <a:ext cx="3975099" cy="4279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5D950-36A5-1484-B1D0-D1DEBDF46F5E}"/>
                  </a:ext>
                </a:extLst>
              </p:cNvPr>
              <p:cNvSpPr txBox="1"/>
              <p:nvPr/>
            </p:nvSpPr>
            <p:spPr>
              <a:xfrm>
                <a:off x="6358277" y="1335978"/>
                <a:ext cx="51276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3600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3600" b="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GB" sz="3600" b="1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GB" sz="3600" b="0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6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600" b="1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GB" sz="3600" b="0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3600" b="0" baseline="-250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:endParaRPr lang="en-GB" sz="3600" b="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5D950-36A5-1484-B1D0-D1DEBDF46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277" y="1335978"/>
                <a:ext cx="5127668" cy="553998"/>
              </a:xfrm>
              <a:prstGeom prst="rect">
                <a:avLst/>
              </a:prstGeom>
              <a:blipFill>
                <a:blip r:embed="rId4"/>
                <a:stretch>
                  <a:fillRect l="-3210" t="-25000" b="-4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114BD60-6C3F-BFC6-3AB3-DB78FB3DA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421" y="2578101"/>
            <a:ext cx="3885925" cy="418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15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A707-C596-2724-DF78-AB5DEBFA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E611F8-3352-6787-D492-94198002D50E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Full classification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2BF23-0145-C46E-7C54-9E97E412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212" y="1013792"/>
            <a:ext cx="6728749" cy="5638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00127-1EE0-4A01-90D8-215D8D13E11C}"/>
                  </a:ext>
                </a:extLst>
              </p:cNvPr>
              <p:cNvSpPr txBox="1"/>
              <p:nvPr/>
            </p:nvSpPr>
            <p:spPr>
              <a:xfrm>
                <a:off x="0" y="2753879"/>
                <a:ext cx="3574751" cy="1350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sz="2800" b="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1,2</m:t>
                      </m:r>
                      <m:r>
                        <a:rPr lang="en-GB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−4∆</m:t>
                              </m:r>
                            </m:e>
                          </m:rad>
                        </m:num>
                        <m:den>
                          <m:r>
                            <a:rPr lang="en-GB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  <a:p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A00127-1EE0-4A01-90D8-215D8D13E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53879"/>
                <a:ext cx="3574751" cy="1350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285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9456A-3874-C517-9E69-26E22133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CD369E-D3A1-FC2D-D0A6-6CAB85191DE9}"/>
              </a:ext>
            </a:extLst>
          </p:cNvPr>
          <p:cNvSpPr txBox="1">
            <a:spLocks/>
          </p:cNvSpPr>
          <p:nvPr/>
        </p:nvSpPr>
        <p:spPr>
          <a:xfrm>
            <a:off x="557411" y="516024"/>
            <a:ext cx="8815189" cy="49776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000" b="1" kern="1200">
                <a:solidFill>
                  <a:srgbClr val="707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accent1"/>
                </a:solidFill>
              </a:rPr>
              <a:t>Note of Laplace transform?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E38F55-9A43-8232-9DCA-E246FA2B475C}"/>
                  </a:ext>
                </a:extLst>
              </p:cNvPr>
              <p:cNvSpPr txBox="1"/>
              <p:nvPr/>
            </p:nvSpPr>
            <p:spPr>
              <a:xfrm>
                <a:off x="409575" y="2037389"/>
                <a:ext cx="11031353" cy="4507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GB" b="0" dirty="0">
                    <a:solidFill>
                      <a:schemeClr val="accent1"/>
                    </a:solidFill>
                  </a:rPr>
                  <a:t>Laplace transform: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, more general case, Fourier is when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GB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r>
                  <a:rPr lang="en-US" dirty="0">
                    <a:solidFill>
                      <a:schemeClr val="accent1"/>
                    </a:solidFill>
                  </a:rPr>
                  <a:t>It has one nice property: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𝑠𝐹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(similar for f’’ </a:t>
                </a:r>
                <a:r>
                  <a:rPr lang="en-US" dirty="0" err="1">
                    <a:solidFill>
                      <a:schemeClr val="accent1"/>
                    </a:solidFill>
                  </a:rPr>
                  <a:t>etc</a:t>
                </a:r>
                <a:r>
                  <a:rPr lang="en-US" dirty="0">
                    <a:solidFill>
                      <a:schemeClr val="accent1"/>
                    </a:solidFill>
                  </a:rPr>
                  <a:t>…)</a:t>
                </a: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r>
                  <a:rPr lang="en-US" dirty="0">
                    <a:solidFill>
                      <a:schemeClr val="accent1"/>
                    </a:solidFill>
                  </a:rPr>
                  <a:t>So we can transform linear ODE in algebraic equations</a:t>
                </a: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dV</a:t>
                </a:r>
                <a:r>
                  <a:rPr lang="en-GB" baseline="-25000" dirty="0"/>
                  <a:t>1</a:t>
                </a:r>
                <a:r>
                  <a:rPr lang="en-GB" dirty="0"/>
                  <a:t>/dt​​=−aV</a:t>
                </a:r>
                <a:r>
                  <a:rPr lang="en-GB" baseline="-25000" dirty="0"/>
                  <a:t>1</a:t>
                </a:r>
                <a:r>
                  <a:rPr lang="en-GB" dirty="0"/>
                  <a:t>​−bV</a:t>
                </a:r>
                <a:r>
                  <a:rPr lang="en-GB" baseline="-25000" dirty="0"/>
                  <a:t>2</a:t>
                </a:r>
                <a:r>
                  <a:rPr lang="en-GB" dirty="0"/>
                  <a:t>​+I​(t)</a:t>
                </a:r>
              </a:p>
              <a:p>
                <a:r>
                  <a:rPr lang="en-GB" dirty="0"/>
                  <a:t>dV</a:t>
                </a:r>
                <a:r>
                  <a:rPr lang="en-GB" baseline="-25000" dirty="0"/>
                  <a:t>2</a:t>
                </a:r>
                <a:r>
                  <a:rPr lang="en-GB" dirty="0"/>
                  <a:t>​​/dt=−cV</a:t>
                </a:r>
                <a:r>
                  <a:rPr lang="en-GB" baseline="-25000" dirty="0"/>
                  <a:t>1</a:t>
                </a:r>
                <a:r>
                  <a:rPr lang="en-GB" dirty="0"/>
                  <a:t>​−dV</a:t>
                </a:r>
                <a:r>
                  <a:rPr lang="en-GB" baseline="-25000" dirty="0"/>
                  <a:t>2</a:t>
                </a:r>
                <a:r>
                  <a:rPr lang="en-GB" dirty="0"/>
                  <a:t>​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r>
                  <a:rPr lang="en-US" dirty="0">
                    <a:solidFill>
                      <a:schemeClr val="accent1"/>
                    </a:solidFill>
                  </a:rPr>
                  <a:t>Can be transformed in:</a:t>
                </a:r>
              </a:p>
              <a:p>
                <a:r>
                  <a:rPr lang="en-GB" dirty="0"/>
                  <a:t>(</a:t>
                </a:r>
                <a:r>
                  <a:rPr lang="en-GB" dirty="0" err="1"/>
                  <a:t>s+a</a:t>
                </a:r>
                <a:r>
                  <a:rPr lang="en-GB" dirty="0"/>
                  <a:t>)V</a:t>
                </a:r>
                <a:r>
                  <a:rPr lang="en-GB" baseline="-25000" dirty="0"/>
                  <a:t>1</a:t>
                </a:r>
                <a:r>
                  <a:rPr lang="en-GB" dirty="0"/>
                  <a:t>​(s)+bV</a:t>
                </a:r>
                <a:r>
                  <a:rPr lang="en-GB" baseline="-25000" dirty="0"/>
                  <a:t>2​</a:t>
                </a:r>
                <a:r>
                  <a:rPr lang="en-GB" dirty="0"/>
                  <a:t>(s)=I​(s)</a:t>
                </a:r>
              </a:p>
              <a:p>
                <a:r>
                  <a:rPr lang="en-GB" dirty="0"/>
                  <a:t>cV</a:t>
                </a:r>
                <a:r>
                  <a:rPr lang="en-GB" baseline="-25000" dirty="0"/>
                  <a:t>1</a:t>
                </a:r>
                <a:r>
                  <a:rPr lang="en-GB" dirty="0"/>
                  <a:t>​(s)+(</a:t>
                </a:r>
                <a:r>
                  <a:rPr lang="en-GB" dirty="0" err="1"/>
                  <a:t>s+d</a:t>
                </a:r>
                <a:r>
                  <a:rPr lang="en-GB" dirty="0"/>
                  <a:t>)V</a:t>
                </a:r>
                <a:r>
                  <a:rPr lang="en-GB" baseline="-25000" dirty="0"/>
                  <a:t>2</a:t>
                </a:r>
                <a:r>
                  <a:rPr lang="en-GB" dirty="0"/>
                  <a:t>​(s)=0</a:t>
                </a: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  <a:p>
                <a:pPr/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E38F55-9A43-8232-9DCA-E246FA2B4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" y="2037389"/>
                <a:ext cx="11031353" cy="4507709"/>
              </a:xfrm>
              <a:prstGeom prst="rect">
                <a:avLst/>
              </a:prstGeom>
              <a:blipFill>
                <a:blip r:embed="rId2"/>
                <a:stretch>
                  <a:fillRect l="-1266" t="-11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D2AA3A-DE60-EA72-289C-839267049EB7}"/>
                  </a:ext>
                </a:extLst>
              </p:cNvPr>
              <p:cNvSpPr txBox="1"/>
              <p:nvPr/>
            </p:nvSpPr>
            <p:spPr>
              <a:xfrm>
                <a:off x="409575" y="1438275"/>
                <a:ext cx="5460149" cy="3509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>
                    <a:solidFill>
                      <a:schemeClr val="accent1"/>
                    </a:solidFill>
                  </a:rPr>
                  <a:t>Fourier transform: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D2AA3A-DE60-EA72-289C-839267049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" y="1438275"/>
                <a:ext cx="5460149" cy="350994"/>
              </a:xfrm>
              <a:prstGeom prst="rect">
                <a:avLst/>
              </a:prstGeom>
              <a:blipFill>
                <a:blip r:embed="rId3"/>
                <a:stretch>
                  <a:fillRect l="-2552" t="-144828" r="-464" b="-2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21766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Crick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 powerpoint template widescreen_2" id="{94CCBE93-CED1-D744-BE79-7996D376AFEE}" vid="{3B0C5877-D807-BC4E-8015-7A7A5F32B483}"/>
    </a:ext>
  </a:extLst>
</a:theme>
</file>

<file path=ppt/theme/theme2.xml><?xml version="1.0" encoding="utf-8"?>
<a:theme xmlns:a="http://schemas.openxmlformats.org/drawingml/2006/main" name="4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Crick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 powerpoint template widescreen_2" id="{94CCBE93-CED1-D744-BE79-7996D376AFEE}" vid="{3B0C5877-D807-BC4E-8015-7A7A5F32B4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FD6964428AF44B4A23B149DA9D873" ma:contentTypeVersion="7" ma:contentTypeDescription="Create a new document." ma:contentTypeScope="" ma:versionID="cac3bb1b6842671e4be3be3136b3e04b">
  <xsd:schema xmlns:xsd="http://www.w3.org/2001/XMLSchema" xmlns:xs="http://www.w3.org/2001/XMLSchema" xmlns:p="http://schemas.microsoft.com/office/2006/metadata/properties" xmlns:ns2="eade249f-a20b-40a2-ad80-8e31bc66bba9" targetNamespace="http://schemas.microsoft.com/office/2006/metadata/properties" ma:root="true" ma:fieldsID="ccb98c0c0362bfc2f951518ca3002119" ns2:_="">
    <xsd:import namespace="eade249f-a20b-40a2-ad80-8e31bc66bb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e249f-a20b-40a2-ad80-8e31bc66bb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F4CE36-DB98-4A42-924D-3B3185CEE5C9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eade249f-a20b-40a2-ad80-8e31bc66bba9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0D5D05-04E6-4FF3-A679-AE00D984C5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de249f-a20b-40a2-ad80-8e31bc66bb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39CC2E-F057-4C66-9AD5-07CDC6BAB6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39133</TotalTime>
  <Words>784</Words>
  <Application>Microsoft Macintosh PowerPoint</Application>
  <PresentationFormat>Widescreen</PresentationFormat>
  <Paragraphs>148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Trebuchet MS</vt:lpstr>
      <vt:lpstr>2_Office Theme</vt:lpstr>
      <vt:lpstr>4_Office Theme</vt:lpstr>
      <vt:lpstr>Dynamical Systems for Neuroscience Week 4: Two-Dimensional Linear Systems</vt:lpstr>
      <vt:lpstr>Week 4:Two-Dimensional Linear Systems</vt:lpstr>
      <vt:lpstr>Recap</vt:lpstr>
      <vt:lpstr>Dynamical systems</vt:lpstr>
      <vt:lpstr>Bifurcations</vt:lpstr>
      <vt:lpstr>Graphical conventions</vt:lpstr>
      <vt:lpstr>Graphical conventions</vt:lpstr>
      <vt:lpstr>Bifurcation diagram</vt:lpstr>
      <vt:lpstr>Stability diagram</vt:lpstr>
      <vt:lpstr>Imperfect bifurcations and catastrophes</vt:lpstr>
      <vt:lpstr>Imperfect bifurcations and catastrophes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Dissecting midbrain circuits underlying sensorymotor transformations. </dc:title>
  <dc:creator>Florencia Iacaruso</dc:creator>
  <cp:lastModifiedBy>Antonin Blot</cp:lastModifiedBy>
  <cp:revision>147</cp:revision>
  <dcterms:created xsi:type="dcterms:W3CDTF">2023-01-13T09:11:39Z</dcterms:created>
  <dcterms:modified xsi:type="dcterms:W3CDTF">2025-07-29T13:51:15Z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0x010100F33FD6964428AF44B4A23B149DA9D873</vt:lpwstr>
  </property>
</Properties>
</file>