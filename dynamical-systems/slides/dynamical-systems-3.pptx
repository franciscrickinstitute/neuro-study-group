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3" r:id="rId2"/>
  </p:sldMasterIdLst>
  <p:notesMasterIdLst>
    <p:notesMasterId r:id="rId40"/>
  </p:notesMasterIdLst>
  <p:sldIdLst>
    <p:sldId id="274" r:id="rId3"/>
    <p:sldId id="275" r:id="rId4"/>
    <p:sldId id="306" r:id="rId5"/>
    <p:sldId id="282" r:id="rId6"/>
    <p:sldId id="268" r:id="rId7"/>
    <p:sldId id="266" r:id="rId8"/>
    <p:sldId id="273" r:id="rId9"/>
    <p:sldId id="298" r:id="rId10"/>
    <p:sldId id="305" r:id="rId11"/>
    <p:sldId id="331" r:id="rId12"/>
    <p:sldId id="332" r:id="rId13"/>
    <p:sldId id="308" r:id="rId14"/>
    <p:sldId id="309" r:id="rId15"/>
    <p:sldId id="310" r:id="rId16"/>
    <p:sldId id="311" r:id="rId17"/>
    <p:sldId id="312" r:id="rId18"/>
    <p:sldId id="315" r:id="rId19"/>
    <p:sldId id="313" r:id="rId20"/>
    <p:sldId id="314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7" r:id="rId32"/>
    <p:sldId id="330" r:id="rId33"/>
    <p:sldId id="333" r:id="rId34"/>
    <p:sldId id="334" r:id="rId35"/>
    <p:sldId id="335" r:id="rId36"/>
    <p:sldId id="326" r:id="rId37"/>
    <p:sldId id="328" r:id="rId38"/>
    <p:sldId id="32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6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9B61"/>
    <a:srgbClr val="C93943"/>
    <a:srgbClr val="FF00D9"/>
    <a:srgbClr val="9200FF"/>
    <a:srgbClr val="0053FF"/>
    <a:srgbClr val="02FF00"/>
    <a:srgbClr val="FFC102"/>
    <a:srgbClr val="80DB87"/>
    <a:srgbClr val="236927"/>
    <a:srgbClr val="CC6A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10916-015C-4A9B-8B0B-6CE9ED128C5A}" v="129" dt="2023-01-20T13:58:21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20" autoAdjust="0"/>
    <p:restoredTop sz="96327" autoAdjust="0"/>
  </p:normalViewPr>
  <p:slideViewPr>
    <p:cSldViewPr snapToGrid="0">
      <p:cViewPr>
        <p:scale>
          <a:sx n="119" d="100"/>
          <a:sy n="119" d="100"/>
        </p:scale>
        <p:origin x="800" y="384"/>
      </p:cViewPr>
      <p:guideLst>
        <p:guide orient="horz" pos="1865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encia Iacaruso" userId="db210e3a-addc-4251-b750-5e071cccff1e" providerId="ADAL" clId="{B7C10916-015C-4A9B-8B0B-6CE9ED128C5A}"/>
    <pc:docChg chg="undo custSel delSld modSld">
      <pc:chgData name="Florencia Iacaruso" userId="db210e3a-addc-4251-b750-5e071cccff1e" providerId="ADAL" clId="{B7C10916-015C-4A9B-8B0B-6CE9ED128C5A}" dt="2023-01-20T13:58:25.416" v="262" actId="14100"/>
      <pc:docMkLst>
        <pc:docMk/>
      </pc:docMkLst>
      <pc:sldChg chg="modNotesTx">
        <pc:chgData name="Florencia Iacaruso" userId="db210e3a-addc-4251-b750-5e071cccff1e" providerId="ADAL" clId="{B7C10916-015C-4A9B-8B0B-6CE9ED128C5A}" dt="2023-01-20T09:53:31.984" v="204" actId="20577"/>
        <pc:sldMkLst>
          <pc:docMk/>
          <pc:sldMk cId="208316355" sldId="274"/>
        </pc:sldMkLst>
      </pc:sldChg>
      <pc:sldChg chg="addSp delSp modSp mod">
        <pc:chgData name="Florencia Iacaruso" userId="db210e3a-addc-4251-b750-5e071cccff1e" providerId="ADAL" clId="{B7C10916-015C-4A9B-8B0B-6CE9ED128C5A}" dt="2023-01-20T11:04:54.161" v="211" actId="1076"/>
        <pc:sldMkLst>
          <pc:docMk/>
          <pc:sldMk cId="2526859727" sldId="304"/>
        </pc:sldMkLst>
        <pc:spChg chg="del">
          <ac:chgData name="Florencia Iacaruso" userId="db210e3a-addc-4251-b750-5e071cccff1e" providerId="ADAL" clId="{B7C10916-015C-4A9B-8B0B-6CE9ED128C5A}" dt="2023-01-20T11:04:42.084" v="207" actId="478"/>
          <ac:spMkLst>
            <pc:docMk/>
            <pc:sldMk cId="2526859727" sldId="304"/>
            <ac:spMk id="3" creationId="{62F858FB-4774-A4E9-9037-A1501D01B0F7}"/>
          </ac:spMkLst>
        </pc:spChg>
        <pc:spChg chg="del">
          <ac:chgData name="Florencia Iacaruso" userId="db210e3a-addc-4251-b750-5e071cccff1e" providerId="ADAL" clId="{B7C10916-015C-4A9B-8B0B-6CE9ED128C5A}" dt="2023-01-20T11:04:34.997" v="205" actId="478"/>
          <ac:spMkLst>
            <pc:docMk/>
            <pc:sldMk cId="2526859727" sldId="304"/>
            <ac:spMk id="4" creationId="{3EE08D9A-53F4-30AC-E129-C4F0B5B062D3}"/>
          </ac:spMkLst>
        </pc:spChg>
        <pc:picChg chg="add mod">
          <ac:chgData name="Florencia Iacaruso" userId="db210e3a-addc-4251-b750-5e071cccff1e" providerId="ADAL" clId="{B7C10916-015C-4A9B-8B0B-6CE9ED128C5A}" dt="2023-01-20T11:04:54.161" v="211" actId="1076"/>
          <ac:picMkLst>
            <pc:docMk/>
            <pc:sldMk cId="2526859727" sldId="304"/>
            <ac:picMk id="1026" creationId="{83133BA2-169D-D7D0-4974-C6DB1A96376A}"/>
          </ac:picMkLst>
        </pc:picChg>
      </pc:sldChg>
      <pc:sldChg chg="modAnim modNotesTx">
        <pc:chgData name="Florencia Iacaruso" userId="db210e3a-addc-4251-b750-5e071cccff1e" providerId="ADAL" clId="{B7C10916-015C-4A9B-8B0B-6CE9ED128C5A}" dt="2023-01-20T11:07:09.571" v="216"/>
        <pc:sldMkLst>
          <pc:docMk/>
          <pc:sldMk cId="1958657394" sldId="328"/>
        </pc:sldMkLst>
      </pc:sldChg>
      <pc:sldChg chg="delSp mod delAnim">
        <pc:chgData name="Florencia Iacaruso" userId="db210e3a-addc-4251-b750-5e071cccff1e" providerId="ADAL" clId="{B7C10916-015C-4A9B-8B0B-6CE9ED128C5A}" dt="2023-01-20T11:07:41.747" v="217" actId="478"/>
        <pc:sldMkLst>
          <pc:docMk/>
          <pc:sldMk cId="1031165806" sldId="339"/>
        </pc:sldMkLst>
        <pc:picChg chg="del">
          <ac:chgData name="Florencia Iacaruso" userId="db210e3a-addc-4251-b750-5e071cccff1e" providerId="ADAL" clId="{B7C10916-015C-4A9B-8B0B-6CE9ED128C5A}" dt="2023-01-20T11:07:41.747" v="217" actId="478"/>
          <ac:picMkLst>
            <pc:docMk/>
            <pc:sldMk cId="1031165806" sldId="339"/>
            <ac:picMk id="35" creationId="{F4050882-81BE-4009-96EC-E70CDA9E6A0A}"/>
          </ac:picMkLst>
        </pc:picChg>
      </pc:sldChg>
      <pc:sldChg chg="modSp mod modAnim">
        <pc:chgData name="Florencia Iacaruso" userId="db210e3a-addc-4251-b750-5e071cccff1e" providerId="ADAL" clId="{B7C10916-015C-4A9B-8B0B-6CE9ED128C5A}" dt="2023-01-20T11:11:50.873" v="232"/>
        <pc:sldMkLst>
          <pc:docMk/>
          <pc:sldMk cId="1903331961" sldId="352"/>
        </pc:sldMkLst>
        <pc:spChg chg="mod">
          <ac:chgData name="Florencia Iacaruso" userId="db210e3a-addc-4251-b750-5e071cccff1e" providerId="ADAL" clId="{B7C10916-015C-4A9B-8B0B-6CE9ED128C5A}" dt="2023-01-20T11:11:28.357" v="227" actId="20577"/>
          <ac:spMkLst>
            <pc:docMk/>
            <pc:sldMk cId="1903331961" sldId="352"/>
            <ac:spMk id="373" creationId="{00000000-0000-0000-0000-000000000000}"/>
          </ac:spMkLst>
        </pc:spChg>
      </pc:sldChg>
      <pc:sldChg chg="modNotesTx">
        <pc:chgData name="Florencia Iacaruso" userId="db210e3a-addc-4251-b750-5e071cccff1e" providerId="ADAL" clId="{B7C10916-015C-4A9B-8B0B-6CE9ED128C5A}" dt="2023-01-20T11:10:42.168" v="226" actId="20577"/>
        <pc:sldMkLst>
          <pc:docMk/>
          <pc:sldMk cId="3972952381" sldId="357"/>
        </pc:sldMkLst>
      </pc:sldChg>
      <pc:sldChg chg="modNotesTx">
        <pc:chgData name="Florencia Iacaruso" userId="db210e3a-addc-4251-b750-5e071cccff1e" providerId="ADAL" clId="{B7C10916-015C-4A9B-8B0B-6CE9ED128C5A}" dt="2023-01-20T11:12:55.576" v="233" actId="20577"/>
        <pc:sldMkLst>
          <pc:docMk/>
          <pc:sldMk cId="1784455202" sldId="358"/>
        </pc:sldMkLst>
      </pc:sldChg>
      <pc:sldChg chg="addSp delSp modSp mod delAnim modAnim">
        <pc:chgData name="Florencia Iacaruso" userId="db210e3a-addc-4251-b750-5e071cccff1e" providerId="ADAL" clId="{B7C10916-015C-4A9B-8B0B-6CE9ED128C5A}" dt="2023-01-20T13:58:25.416" v="262" actId="14100"/>
        <pc:sldMkLst>
          <pc:docMk/>
          <pc:sldMk cId="3439266705" sldId="363"/>
        </pc:sldMkLst>
        <pc:picChg chg="add mod">
          <ac:chgData name="Florencia Iacaruso" userId="db210e3a-addc-4251-b750-5e071cccff1e" providerId="ADAL" clId="{B7C10916-015C-4A9B-8B0B-6CE9ED128C5A}" dt="2023-01-20T13:58:25.416" v="262" actId="14100"/>
          <ac:picMkLst>
            <pc:docMk/>
            <pc:sldMk cId="3439266705" sldId="363"/>
            <ac:picMk id="4" creationId="{45878DA7-D9DB-5469-1CBF-EAD308D2671C}"/>
          </ac:picMkLst>
        </pc:picChg>
        <pc:picChg chg="del">
          <ac:chgData name="Florencia Iacaruso" userId="db210e3a-addc-4251-b750-5e071cccff1e" providerId="ADAL" clId="{B7C10916-015C-4A9B-8B0B-6CE9ED128C5A}" dt="2023-01-20T13:58:13.617" v="260" actId="478"/>
          <ac:picMkLst>
            <pc:docMk/>
            <pc:sldMk cId="3439266705" sldId="363"/>
            <ac:picMk id="7" creationId="{00000000-0000-0000-0000-000000000000}"/>
          </ac:picMkLst>
        </pc:picChg>
      </pc:sldChg>
      <pc:sldChg chg="addSp modSp mod modNotesTx">
        <pc:chgData name="Florencia Iacaruso" userId="db210e3a-addc-4251-b750-5e071cccff1e" providerId="ADAL" clId="{B7C10916-015C-4A9B-8B0B-6CE9ED128C5A}" dt="2023-01-19T15:17:28.480" v="154" actId="14100"/>
        <pc:sldMkLst>
          <pc:docMk/>
          <pc:sldMk cId="2904150400" sldId="382"/>
        </pc:sldMkLst>
        <pc:spChg chg="mod">
          <ac:chgData name="Florencia Iacaruso" userId="db210e3a-addc-4251-b750-5e071cccff1e" providerId="ADAL" clId="{B7C10916-015C-4A9B-8B0B-6CE9ED128C5A}" dt="2023-01-19T15:06:43.445" v="91" actId="1076"/>
          <ac:spMkLst>
            <pc:docMk/>
            <pc:sldMk cId="2904150400" sldId="382"/>
            <ac:spMk id="8" creationId="{377620DD-5B80-4F4A-97E9-D27383D70DA9}"/>
          </ac:spMkLst>
        </pc:spChg>
        <pc:spChg chg="mod">
          <ac:chgData name="Florencia Iacaruso" userId="db210e3a-addc-4251-b750-5e071cccff1e" providerId="ADAL" clId="{B7C10916-015C-4A9B-8B0B-6CE9ED128C5A}" dt="2023-01-19T15:11:46.541" v="105"/>
          <ac:spMkLst>
            <pc:docMk/>
            <pc:sldMk cId="2904150400" sldId="382"/>
            <ac:spMk id="160" creationId="{697C1CD8-09E9-2385-EC9D-2E3BC27B565A}"/>
          </ac:spMkLst>
        </pc:spChg>
        <pc:spChg chg="mod">
          <ac:chgData name="Florencia Iacaruso" userId="db210e3a-addc-4251-b750-5e071cccff1e" providerId="ADAL" clId="{B7C10916-015C-4A9B-8B0B-6CE9ED128C5A}" dt="2023-01-19T15:11:46.541" v="105"/>
          <ac:spMkLst>
            <pc:docMk/>
            <pc:sldMk cId="2904150400" sldId="382"/>
            <ac:spMk id="161" creationId="{872AC892-4EEF-116B-7E6D-1C89F1473072}"/>
          </ac:spMkLst>
        </pc:spChg>
        <pc:spChg chg="mod">
          <ac:chgData name="Florencia Iacaruso" userId="db210e3a-addc-4251-b750-5e071cccff1e" providerId="ADAL" clId="{B7C10916-015C-4A9B-8B0B-6CE9ED128C5A}" dt="2023-01-19T15:11:46.541" v="105"/>
          <ac:spMkLst>
            <pc:docMk/>
            <pc:sldMk cId="2904150400" sldId="382"/>
            <ac:spMk id="164" creationId="{64AAB791-B86A-2A72-82AB-69DB513E7A72}"/>
          </ac:spMkLst>
        </pc:spChg>
        <pc:spChg chg="mod">
          <ac:chgData name="Florencia Iacaruso" userId="db210e3a-addc-4251-b750-5e071cccff1e" providerId="ADAL" clId="{B7C10916-015C-4A9B-8B0B-6CE9ED128C5A}" dt="2023-01-19T15:11:46.541" v="105"/>
          <ac:spMkLst>
            <pc:docMk/>
            <pc:sldMk cId="2904150400" sldId="382"/>
            <ac:spMk id="165" creationId="{73709906-913D-B288-4E6A-9239B46E9B1F}"/>
          </ac:spMkLst>
        </pc:spChg>
        <pc:spChg chg="mod">
          <ac:chgData name="Florencia Iacaruso" userId="db210e3a-addc-4251-b750-5e071cccff1e" providerId="ADAL" clId="{B7C10916-015C-4A9B-8B0B-6CE9ED128C5A}" dt="2023-01-19T15:11:46.541" v="105"/>
          <ac:spMkLst>
            <pc:docMk/>
            <pc:sldMk cId="2904150400" sldId="382"/>
            <ac:spMk id="167" creationId="{0099D595-9A8E-2594-70A0-1583841F990D}"/>
          </ac:spMkLst>
        </pc:spChg>
        <pc:spChg chg="mod">
          <ac:chgData name="Florencia Iacaruso" userId="db210e3a-addc-4251-b750-5e071cccff1e" providerId="ADAL" clId="{B7C10916-015C-4A9B-8B0B-6CE9ED128C5A}" dt="2023-01-19T15:11:46.541" v="105"/>
          <ac:spMkLst>
            <pc:docMk/>
            <pc:sldMk cId="2904150400" sldId="382"/>
            <ac:spMk id="169" creationId="{94E07FB2-9725-BCBB-7F6C-CD9278CF95F2}"/>
          </ac:spMkLst>
        </pc:spChg>
        <pc:spChg chg="mod">
          <ac:chgData name="Florencia Iacaruso" userId="db210e3a-addc-4251-b750-5e071cccff1e" providerId="ADAL" clId="{B7C10916-015C-4A9B-8B0B-6CE9ED128C5A}" dt="2023-01-19T15:11:46.541" v="105"/>
          <ac:spMkLst>
            <pc:docMk/>
            <pc:sldMk cId="2904150400" sldId="382"/>
            <ac:spMk id="170" creationId="{362B8205-CD6C-7A74-7C02-059DF5C6A41C}"/>
          </ac:spMkLst>
        </pc:spChg>
        <pc:spChg chg="mod">
          <ac:chgData name="Florencia Iacaruso" userId="db210e3a-addc-4251-b750-5e071cccff1e" providerId="ADAL" clId="{B7C10916-015C-4A9B-8B0B-6CE9ED128C5A}" dt="2023-01-19T15:11:46.541" v="105"/>
          <ac:spMkLst>
            <pc:docMk/>
            <pc:sldMk cId="2904150400" sldId="382"/>
            <ac:spMk id="173" creationId="{5654049E-1B1A-AA28-C284-600AB533A06D}"/>
          </ac:spMkLst>
        </pc:spChg>
        <pc:spChg chg="add mod">
          <ac:chgData name="Florencia Iacaruso" userId="db210e3a-addc-4251-b750-5e071cccff1e" providerId="ADAL" clId="{B7C10916-015C-4A9B-8B0B-6CE9ED128C5A}" dt="2023-01-19T15:16:44.641" v="138" actId="164"/>
          <ac:spMkLst>
            <pc:docMk/>
            <pc:sldMk cId="2904150400" sldId="382"/>
            <ac:spMk id="174" creationId="{87554531-B8E7-B9C6-F535-8B78999D4596}"/>
          </ac:spMkLst>
        </pc:spChg>
        <pc:spChg chg="add mod">
          <ac:chgData name="Florencia Iacaruso" userId="db210e3a-addc-4251-b750-5e071cccff1e" providerId="ADAL" clId="{B7C10916-015C-4A9B-8B0B-6CE9ED128C5A}" dt="2023-01-19T15:16:44.641" v="138" actId="164"/>
          <ac:spMkLst>
            <pc:docMk/>
            <pc:sldMk cId="2904150400" sldId="382"/>
            <ac:spMk id="175" creationId="{A030AA65-4B01-2101-1210-9F2D8E8CE087}"/>
          </ac:spMkLst>
        </pc:spChg>
        <pc:spChg chg="add mod">
          <ac:chgData name="Florencia Iacaruso" userId="db210e3a-addc-4251-b750-5e071cccff1e" providerId="ADAL" clId="{B7C10916-015C-4A9B-8B0B-6CE9ED128C5A}" dt="2023-01-19T15:16:44.641" v="138" actId="164"/>
          <ac:spMkLst>
            <pc:docMk/>
            <pc:sldMk cId="2904150400" sldId="382"/>
            <ac:spMk id="176" creationId="{BA97CC8C-E935-4A72-4A50-03C6ABDD782D}"/>
          </ac:spMkLst>
        </pc:spChg>
        <pc:spChg chg="add mod">
          <ac:chgData name="Florencia Iacaruso" userId="db210e3a-addc-4251-b750-5e071cccff1e" providerId="ADAL" clId="{B7C10916-015C-4A9B-8B0B-6CE9ED128C5A}" dt="2023-01-19T15:16:44.641" v="138" actId="164"/>
          <ac:spMkLst>
            <pc:docMk/>
            <pc:sldMk cId="2904150400" sldId="382"/>
            <ac:spMk id="177" creationId="{D3A45AD6-C968-39A3-812F-F7A3B0BEA658}"/>
          </ac:spMkLst>
        </pc:spChg>
        <pc:grpChg chg="add mod">
          <ac:chgData name="Florencia Iacaruso" userId="db210e3a-addc-4251-b750-5e071cccff1e" providerId="ADAL" clId="{B7C10916-015C-4A9B-8B0B-6CE9ED128C5A}" dt="2023-01-19T15:12:02.346" v="129" actId="1076"/>
          <ac:grpSpMkLst>
            <pc:docMk/>
            <pc:sldMk cId="2904150400" sldId="382"/>
            <ac:grpSpMk id="63" creationId="{9F2EBC3D-B5C6-6D5A-6759-9019934C3613}"/>
          </ac:grpSpMkLst>
        </pc:grpChg>
        <pc:grpChg chg="mod">
          <ac:chgData name="Florencia Iacaruso" userId="db210e3a-addc-4251-b750-5e071cccff1e" providerId="ADAL" clId="{B7C10916-015C-4A9B-8B0B-6CE9ED128C5A}" dt="2023-01-19T15:11:46.541" v="105"/>
          <ac:grpSpMkLst>
            <pc:docMk/>
            <pc:sldMk cId="2904150400" sldId="382"/>
            <ac:grpSpMk id="156" creationId="{F82FD43A-A399-0A38-0C0F-5CD1C15BDA5C}"/>
          </ac:grpSpMkLst>
        </pc:grpChg>
        <pc:grpChg chg="mod">
          <ac:chgData name="Florencia Iacaruso" userId="db210e3a-addc-4251-b750-5e071cccff1e" providerId="ADAL" clId="{B7C10916-015C-4A9B-8B0B-6CE9ED128C5A}" dt="2023-01-19T15:11:46.541" v="105"/>
          <ac:grpSpMkLst>
            <pc:docMk/>
            <pc:sldMk cId="2904150400" sldId="382"/>
            <ac:grpSpMk id="157" creationId="{443B5BBF-DE8E-727D-243F-519A4EB4D86B}"/>
          </ac:grpSpMkLst>
        </pc:grpChg>
        <pc:grpChg chg="mod">
          <ac:chgData name="Florencia Iacaruso" userId="db210e3a-addc-4251-b750-5e071cccff1e" providerId="ADAL" clId="{B7C10916-015C-4A9B-8B0B-6CE9ED128C5A}" dt="2023-01-19T15:11:46.541" v="105"/>
          <ac:grpSpMkLst>
            <pc:docMk/>
            <pc:sldMk cId="2904150400" sldId="382"/>
            <ac:grpSpMk id="158" creationId="{FDABBC6C-3A02-5651-4543-E9E090DB9A46}"/>
          </ac:grpSpMkLst>
        </pc:grpChg>
        <pc:grpChg chg="add mod">
          <ac:chgData name="Florencia Iacaruso" userId="db210e3a-addc-4251-b750-5e071cccff1e" providerId="ADAL" clId="{B7C10916-015C-4A9B-8B0B-6CE9ED128C5A}" dt="2023-01-19T15:17:28.480" v="154" actId="14100"/>
          <ac:grpSpMkLst>
            <pc:docMk/>
            <pc:sldMk cId="2904150400" sldId="382"/>
            <ac:grpSpMk id="178" creationId="{3A204473-C215-D011-5F0E-C88E990E7DF7}"/>
          </ac:grpSpMkLst>
        </pc:grpChg>
        <pc:picChg chg="mod modCrop">
          <ac:chgData name="Florencia Iacaruso" userId="db210e3a-addc-4251-b750-5e071cccff1e" providerId="ADAL" clId="{B7C10916-015C-4A9B-8B0B-6CE9ED128C5A}" dt="2023-01-19T15:17:17.187" v="150" actId="14100"/>
          <ac:picMkLst>
            <pc:docMk/>
            <pc:sldMk cId="2904150400" sldId="382"/>
            <ac:picMk id="2" creationId="{00000000-0000-0000-0000-000000000000}"/>
          </ac:picMkLst>
        </pc:picChg>
        <pc:picChg chg="mod">
          <ac:chgData name="Florencia Iacaruso" userId="db210e3a-addc-4251-b750-5e071cccff1e" providerId="ADAL" clId="{B7C10916-015C-4A9B-8B0B-6CE9ED128C5A}" dt="2023-01-19T15:11:46.541" v="105"/>
          <ac:picMkLst>
            <pc:docMk/>
            <pc:sldMk cId="2904150400" sldId="382"/>
            <ac:picMk id="159" creationId="{D28FC59E-B425-B364-76DA-C61916AD9BA0}"/>
          </ac:picMkLst>
        </pc:picChg>
        <pc:cxnChg chg="mod">
          <ac:chgData name="Florencia Iacaruso" userId="db210e3a-addc-4251-b750-5e071cccff1e" providerId="ADAL" clId="{B7C10916-015C-4A9B-8B0B-6CE9ED128C5A}" dt="2023-01-19T15:15:22.007" v="130" actId="1582"/>
          <ac:cxnSpMkLst>
            <pc:docMk/>
            <pc:sldMk cId="2904150400" sldId="382"/>
            <ac:cxnSpMk id="162" creationId="{3BBE0B43-4BD5-17DB-ECA4-BE584E49F027}"/>
          </ac:cxnSpMkLst>
        </pc:cxnChg>
        <pc:cxnChg chg="mod">
          <ac:chgData name="Florencia Iacaruso" userId="db210e3a-addc-4251-b750-5e071cccff1e" providerId="ADAL" clId="{B7C10916-015C-4A9B-8B0B-6CE9ED128C5A}" dt="2023-01-19T15:15:22.007" v="130" actId="1582"/>
          <ac:cxnSpMkLst>
            <pc:docMk/>
            <pc:sldMk cId="2904150400" sldId="382"/>
            <ac:cxnSpMk id="163" creationId="{77C9FA87-DB57-9BAE-2921-F1DBD60D53DF}"/>
          </ac:cxnSpMkLst>
        </pc:cxnChg>
        <pc:cxnChg chg="mod">
          <ac:chgData name="Florencia Iacaruso" userId="db210e3a-addc-4251-b750-5e071cccff1e" providerId="ADAL" clId="{B7C10916-015C-4A9B-8B0B-6CE9ED128C5A}" dt="2023-01-19T15:15:22.007" v="130" actId="1582"/>
          <ac:cxnSpMkLst>
            <pc:docMk/>
            <pc:sldMk cId="2904150400" sldId="382"/>
            <ac:cxnSpMk id="166" creationId="{9EAE7679-A8DB-655B-A799-E12D596FEE5D}"/>
          </ac:cxnSpMkLst>
        </pc:cxnChg>
        <pc:cxnChg chg="mod">
          <ac:chgData name="Florencia Iacaruso" userId="db210e3a-addc-4251-b750-5e071cccff1e" providerId="ADAL" clId="{B7C10916-015C-4A9B-8B0B-6CE9ED128C5A}" dt="2023-01-19T15:15:22.007" v="130" actId="1582"/>
          <ac:cxnSpMkLst>
            <pc:docMk/>
            <pc:sldMk cId="2904150400" sldId="382"/>
            <ac:cxnSpMk id="168" creationId="{C49B9FE7-FF1F-A7D2-BDBD-A5CE20E6968E}"/>
          </ac:cxnSpMkLst>
        </pc:cxnChg>
        <pc:cxnChg chg="mod">
          <ac:chgData name="Florencia Iacaruso" userId="db210e3a-addc-4251-b750-5e071cccff1e" providerId="ADAL" clId="{B7C10916-015C-4A9B-8B0B-6CE9ED128C5A}" dt="2023-01-19T15:15:22.007" v="130" actId="1582"/>
          <ac:cxnSpMkLst>
            <pc:docMk/>
            <pc:sldMk cId="2904150400" sldId="382"/>
            <ac:cxnSpMk id="171" creationId="{FB3DC704-0AF4-A7CA-989D-1F7EF869A45B}"/>
          </ac:cxnSpMkLst>
        </pc:cxnChg>
        <pc:cxnChg chg="mod">
          <ac:chgData name="Florencia Iacaruso" userId="db210e3a-addc-4251-b750-5e071cccff1e" providerId="ADAL" clId="{B7C10916-015C-4A9B-8B0B-6CE9ED128C5A}" dt="2023-01-19T15:15:22.007" v="130" actId="1582"/>
          <ac:cxnSpMkLst>
            <pc:docMk/>
            <pc:sldMk cId="2904150400" sldId="382"/>
            <ac:cxnSpMk id="172" creationId="{9E17CFF2-C630-E493-8647-ED2E37C044C7}"/>
          </ac:cxnSpMkLst>
        </pc:cxnChg>
      </pc:sldChg>
      <pc:sldChg chg="addSp delSp modSp mod">
        <pc:chgData name="Florencia Iacaruso" userId="db210e3a-addc-4251-b750-5e071cccff1e" providerId="ADAL" clId="{B7C10916-015C-4A9B-8B0B-6CE9ED128C5A}" dt="2023-01-19T15:18:31.256" v="174" actId="478"/>
        <pc:sldMkLst>
          <pc:docMk/>
          <pc:sldMk cId="2867721865" sldId="388"/>
        </pc:sldMkLst>
        <pc:spChg chg="mod">
          <ac:chgData name="Florencia Iacaruso" userId="db210e3a-addc-4251-b750-5e071cccff1e" providerId="ADAL" clId="{B7C10916-015C-4A9B-8B0B-6CE9ED128C5A}" dt="2023-01-19T15:18:08.672" v="155"/>
          <ac:spMkLst>
            <pc:docMk/>
            <pc:sldMk cId="2867721865" sldId="388"/>
            <ac:spMk id="8" creationId="{D76B8D0D-BE65-453D-BB52-920BEC4C42E7}"/>
          </ac:spMkLst>
        </pc:spChg>
        <pc:spChg chg="mod">
          <ac:chgData name="Florencia Iacaruso" userId="db210e3a-addc-4251-b750-5e071cccff1e" providerId="ADAL" clId="{B7C10916-015C-4A9B-8B0B-6CE9ED128C5A}" dt="2023-01-19T15:18:08.672" v="155"/>
          <ac:spMkLst>
            <pc:docMk/>
            <pc:sldMk cId="2867721865" sldId="388"/>
            <ac:spMk id="26" creationId="{B25676CB-EDEB-0CEB-ECF0-7D88AE49A04A}"/>
          </ac:spMkLst>
        </pc:spChg>
        <pc:spChg chg="mod">
          <ac:chgData name="Florencia Iacaruso" userId="db210e3a-addc-4251-b750-5e071cccff1e" providerId="ADAL" clId="{B7C10916-015C-4A9B-8B0B-6CE9ED128C5A}" dt="2023-01-19T15:18:08.672" v="155"/>
          <ac:spMkLst>
            <pc:docMk/>
            <pc:sldMk cId="2867721865" sldId="388"/>
            <ac:spMk id="27" creationId="{505407DC-ED9B-9036-1202-40E9D3C466A2}"/>
          </ac:spMkLst>
        </pc:spChg>
        <pc:spChg chg="mod">
          <ac:chgData name="Florencia Iacaruso" userId="db210e3a-addc-4251-b750-5e071cccff1e" providerId="ADAL" clId="{B7C10916-015C-4A9B-8B0B-6CE9ED128C5A}" dt="2023-01-19T15:18:08.672" v="155"/>
          <ac:spMkLst>
            <pc:docMk/>
            <pc:sldMk cId="2867721865" sldId="388"/>
            <ac:spMk id="28" creationId="{3623B600-5045-EFD4-C788-ABE0F6100363}"/>
          </ac:spMkLst>
        </pc:spChg>
        <pc:grpChg chg="add del mod">
          <ac:chgData name="Florencia Iacaruso" userId="db210e3a-addc-4251-b750-5e071cccff1e" providerId="ADAL" clId="{B7C10916-015C-4A9B-8B0B-6CE9ED128C5A}" dt="2023-01-19T15:18:31.256" v="174" actId="478"/>
          <ac:grpSpMkLst>
            <pc:docMk/>
            <pc:sldMk cId="2867721865" sldId="388"/>
            <ac:grpSpMk id="4" creationId="{FCDE5870-0BFF-9F5C-1ACD-7F1249C0E206}"/>
          </ac:grpSpMkLst>
        </pc:grpChg>
      </pc:sldChg>
      <pc:sldChg chg="del">
        <pc:chgData name="Florencia Iacaruso" userId="db210e3a-addc-4251-b750-5e071cccff1e" providerId="ADAL" clId="{B7C10916-015C-4A9B-8B0B-6CE9ED128C5A}" dt="2023-01-19T15:20:42.786" v="175" actId="47"/>
        <pc:sldMkLst>
          <pc:docMk/>
          <pc:sldMk cId="837521292" sldId="416"/>
        </pc:sldMkLst>
      </pc:sldChg>
      <pc:sldChg chg="addSp modSp mod modAnim modNotesTx">
        <pc:chgData name="Florencia Iacaruso" userId="db210e3a-addc-4251-b750-5e071cccff1e" providerId="ADAL" clId="{B7C10916-015C-4A9B-8B0B-6CE9ED128C5A}" dt="2023-01-20T12:03:37.784" v="259" actId="20577"/>
        <pc:sldMkLst>
          <pc:docMk/>
          <pc:sldMk cId="1261790035" sldId="446"/>
        </pc:sldMkLst>
        <pc:spChg chg="add mod">
          <ac:chgData name="Florencia Iacaruso" userId="db210e3a-addc-4251-b750-5e071cccff1e" providerId="ADAL" clId="{B7C10916-015C-4A9B-8B0B-6CE9ED128C5A}" dt="2023-01-20T12:01:06.771" v="257" actId="1076"/>
          <ac:spMkLst>
            <pc:docMk/>
            <pc:sldMk cId="1261790035" sldId="446"/>
            <ac:spMk id="2" creationId="{D5010D0D-91CC-0557-4C15-D2F61B5E740A}"/>
          </ac:spMkLst>
        </pc:spChg>
      </pc:sldChg>
      <pc:sldChg chg="modSp">
        <pc:chgData name="Florencia Iacaruso" userId="db210e3a-addc-4251-b750-5e071cccff1e" providerId="ADAL" clId="{B7C10916-015C-4A9B-8B0B-6CE9ED128C5A}" dt="2023-01-19T15:00:31.312" v="85" actId="20577"/>
        <pc:sldMkLst>
          <pc:docMk/>
          <pc:sldMk cId="2123900882" sldId="457"/>
        </pc:sldMkLst>
        <pc:spChg chg="mod">
          <ac:chgData name="Florencia Iacaruso" userId="db210e3a-addc-4251-b750-5e071cccff1e" providerId="ADAL" clId="{B7C10916-015C-4A9B-8B0B-6CE9ED128C5A}" dt="2023-01-19T15:00:31.312" v="85" actId="20577"/>
          <ac:spMkLst>
            <pc:docMk/>
            <pc:sldMk cId="2123900882" sldId="457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902BE-77FD-4030-BEF7-37A5FF197D4B}" type="datetimeFigureOut">
              <a:rPr lang="en-GB" smtClean="0"/>
              <a:t>20/07/2025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8D009-351F-472F-AC7B-5845FEF170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045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A8EA09-ACED-4560-921E-C31C0C26D94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293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ick.ac.uk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ick.ac.uk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.pn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16109" y="1556793"/>
            <a:ext cx="3868608" cy="3744415"/>
          </a:xfrm>
          <a:prstGeom prst="rect">
            <a:avLst/>
          </a:prstGeom>
        </p:spPr>
      </p:pic>
      <p:pic>
        <p:nvPicPr>
          <p:cNvPr id="2" name="Picture 1" descr="FCI_6logoStrip_EndJuly2012_V2_LogosOnlyBlack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71" y="5904124"/>
            <a:ext cx="11377223" cy="57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7120" y="1743878"/>
            <a:ext cx="12199120" cy="51141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8064632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7200536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BF8B87-AE6C-4E92-9BFE-D4A7A5309EB7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5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854037" y="1298908"/>
            <a:ext cx="10337963" cy="555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3CA3D-74BD-45EA-B221-98061C392DB5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9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2520479" y="566"/>
            <a:ext cx="9671521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D4B466-51EB-4EE1-A10A-B7025C87FF36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1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8" y="0"/>
            <a:ext cx="12190993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AB2B58-83C4-4517-8594-AFB34E2CBC9B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4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" y="1378150"/>
            <a:ext cx="12190993" cy="54798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537633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537633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045887-33C8-4A42-829D-DEE92C359FE5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9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8" y="1396436"/>
            <a:ext cx="12190993" cy="54615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0E52B2-C2BE-44AD-B7F8-DCE034C7671C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0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" y="566"/>
            <a:ext cx="12190993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7EB60A-3B82-417C-8E00-4B5CDE1EC8A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5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" y="1067278"/>
            <a:ext cx="12190993" cy="57907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657656-DC99-432A-BFD6-0673EBF6501F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0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80520" y="2213232"/>
            <a:ext cx="11711480" cy="46447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537633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537633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524FB1-859D-4FB0-B315-CC328D74BD3B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4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RICK_Logotype_black_RGB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44" y="1052736"/>
            <a:ext cx="11119457" cy="10579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667" y="2781301"/>
            <a:ext cx="9025467" cy="3344863"/>
          </a:xfrm>
        </p:spPr>
        <p:txBody>
          <a:bodyPr/>
          <a:lstStyle>
            <a:lvl1pPr>
              <a:defRPr b="1"/>
            </a:lvl1pPr>
            <a:lvl2pPr marL="180975" indent="-180975">
              <a:buFont typeface="Arial" pitchFamily="34" charset="0"/>
              <a:buChar char="•"/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AD8FF0-E498-41A8-A0C9-7741D7C5889E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84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667" y="2781300"/>
            <a:ext cx="5384800" cy="3311996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7667" y="2781300"/>
            <a:ext cx="5384800" cy="3311996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20C7BE-EB63-47D7-B713-F9CDF83231D2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8" name="Picture 7" descr="CRICK_Logotype_black_RGB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7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403" y="2060848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667" y="2781300"/>
            <a:ext cx="5386917" cy="3384550"/>
          </a:xfrm>
        </p:spPr>
        <p:txBody>
          <a:bodyPr>
            <a:normAutofit/>
          </a:bodyPr>
          <a:lstStyle>
            <a:lvl1pPr>
              <a:defRPr sz="1600"/>
            </a:lvl1pPr>
            <a:lvl2pPr marL="180975" indent="-180975">
              <a:buFont typeface="Arial" pitchFamily="34" charset="0"/>
              <a:buChar char="•"/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3170" y="2060848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3434" y="2781300"/>
            <a:ext cx="5389033" cy="33845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8BC7B8-003A-42E1-BB90-4F3BFBE90199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 descr="CRICK_Logotype_black_RGB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81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74701B-E224-44CE-A239-1DE8625E974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6" name="Picture 5" descr="CRICK_Logotype_black_RGB.emf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81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703699-7351-4ED3-A72F-AB4A09156CCF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8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rick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.pn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916109" y="1556793"/>
            <a:ext cx="3868608" cy="388843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4847862" y="6040132"/>
            <a:ext cx="249627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  <a:hlinkClick r:id="rId3"/>
              </a:rPr>
              <a:t>crick.ac.uk</a:t>
            </a:r>
            <a:endParaRPr kumimoji="0" lang="en-GB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26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rick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.pn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3916109" y="1556793"/>
            <a:ext cx="3868608" cy="3744415"/>
          </a:xfrm>
          <a:prstGeom prst="rect">
            <a:avLst/>
          </a:prstGeom>
        </p:spPr>
      </p:pic>
      <p:pic>
        <p:nvPicPr>
          <p:cNvPr id="2" name="Picture 1" descr="FCI_6logoStrip_EndJuly2012_V2_LogosOnlyBlack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71" y="5904124"/>
            <a:ext cx="11377223" cy="57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614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-7120" y="1743878"/>
            <a:ext cx="12199120" cy="51141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8064632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7200536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BF8B87-AE6C-4E92-9BFE-D4A7A5309EB7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006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854037" y="1298908"/>
            <a:ext cx="10337963" cy="555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3CA3D-74BD-45EA-B221-98061C392DB5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2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Presentation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520479" y="566"/>
            <a:ext cx="9671521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D4B466-51EB-4EE1-A10A-B7025C87FF36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31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08" y="0"/>
            <a:ext cx="12190993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AB2B58-83C4-4517-8594-AFB34E2CBC9B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366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" y="1378150"/>
            <a:ext cx="12190993" cy="54798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537633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537633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045887-33C8-4A42-829D-DEE92C359FE5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45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08" y="1396436"/>
            <a:ext cx="12190993" cy="54615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0E52B2-C2BE-44AD-B7F8-DCE034C7671C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532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" y="566"/>
            <a:ext cx="12190993" cy="6857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7EB60A-3B82-417C-8E00-4B5CDE1EC8A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045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" y="1067278"/>
            <a:ext cx="12190993" cy="57907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3840163" cy="93853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384016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0657656-DC99-432A-BFD6-0673EBF6501F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>
            <a:lvl1pPr>
              <a:defRPr>
                <a:ln>
                  <a:solidFill>
                    <a:schemeClr val="bg1"/>
                  </a:solidFill>
                </a:ln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solidFill>
                    <a:srgbClr val="FFFFFF"/>
                  </a:solidFill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solidFill>
                  <a:srgbClr val="FFFFFF"/>
                </a:solidFill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051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rick Divider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ubhead1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80520" y="2213232"/>
            <a:ext cx="11711480" cy="46447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667" y="2181168"/>
            <a:ext cx="5376333" cy="938535"/>
          </a:xfrm>
        </p:spPr>
        <p:txBody>
          <a:bodyPr/>
          <a:lstStyle>
            <a:lvl1pPr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667" y="3183500"/>
            <a:ext cx="5376333" cy="249783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524FB1-859D-4FB0-B315-CC328D74BD3B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77601" y="6239736"/>
            <a:ext cx="63884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8469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ric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RICK_Logotype_black_RGB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944" y="1052736"/>
            <a:ext cx="11119457" cy="10579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667" y="2781301"/>
            <a:ext cx="9025467" cy="3344863"/>
          </a:xfrm>
        </p:spPr>
        <p:txBody>
          <a:bodyPr/>
          <a:lstStyle>
            <a:lvl1pPr>
              <a:defRPr b="1"/>
            </a:lvl1pPr>
            <a:lvl2pPr marL="180975" indent="-180975">
              <a:buFont typeface="Arial" pitchFamily="34" charset="0"/>
              <a:buChar char="•"/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AD8FF0-E498-41A8-A0C9-7741D7C5889E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7024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667" y="2781300"/>
            <a:ext cx="5384800" cy="3311996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7667" y="2781300"/>
            <a:ext cx="5384800" cy="3311996"/>
          </a:xfrm>
        </p:spPr>
        <p:txBody>
          <a:bodyPr>
            <a:normAutofit/>
          </a:bodyPr>
          <a:lstStyle>
            <a:lvl1pPr>
              <a:defRPr sz="1600" b="1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20C7BE-EB63-47D7-B713-F9CDF83231D2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8" name="Picture 7" descr="CRICK_Logotype_black_RGB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0977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403" y="2060848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667" y="2781300"/>
            <a:ext cx="5386917" cy="3384550"/>
          </a:xfrm>
        </p:spPr>
        <p:txBody>
          <a:bodyPr>
            <a:normAutofit/>
          </a:bodyPr>
          <a:lstStyle>
            <a:lvl1pPr>
              <a:defRPr sz="1600"/>
            </a:lvl1pPr>
            <a:lvl2pPr marL="180975" indent="-180975">
              <a:buFont typeface="Arial" pitchFamily="34" charset="0"/>
              <a:buChar char="•"/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3170" y="2060848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3434" y="2781300"/>
            <a:ext cx="5389033" cy="33845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8BC7B8-003A-42E1-BB90-4F3BFBE90199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10" name="Picture 9" descr="CRICK_Logotype_black_RGB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146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74701B-E224-44CE-A239-1DE8625E974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6" name="Picture 5" descr="CRICK_Logotype_black_RGB.emf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800523" y="271463"/>
            <a:ext cx="1031848" cy="8000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118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703699-7351-4ED3-A72F-AB4A09156CCF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4" y="188640"/>
            <a:ext cx="1103757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2991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rick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ver.pn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3916109" y="1556793"/>
            <a:ext cx="3868608" cy="38884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47862" y="6040132"/>
            <a:ext cx="249627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9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/>
                <a:ea typeface="+mn-ea"/>
                <a:cs typeface="+mn-cs"/>
                <a:hlinkClick r:id="rId3"/>
              </a:rPr>
              <a:t>crick.ac.uk</a:t>
            </a:r>
            <a:endParaRPr kumimoji="0" lang="en-GB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405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6943" y="1052736"/>
            <a:ext cx="11140624" cy="1057936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666" y="2781301"/>
            <a:ext cx="11137899" cy="3344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239736"/>
            <a:ext cx="1549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C2549-ACB1-44DB-BD9C-7F92649627D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23973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65" y="6239736"/>
            <a:ext cx="6388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775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  <p:hf hdr="0" ftr="0" dt="0"/>
  <p:txStyles>
    <p:titleStyle>
      <a:lvl1pPr algn="l" defTabSz="914400" rtl="0" eaLnBrk="1" latinLnBrk="0" hangingPunct="1">
        <a:lnSpc>
          <a:spcPts val="2300"/>
        </a:lnSpc>
        <a:spcBef>
          <a:spcPct val="0"/>
        </a:spcBef>
        <a:buNone/>
        <a:defRPr sz="2000" b="1" kern="1200">
          <a:solidFill>
            <a:srgbClr val="70717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None/>
        <a:defRPr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80975" algn="l" defTabSz="914400" rtl="0" eaLnBrk="1" latinLnBrk="0" hangingPunct="1">
        <a:lnSpc>
          <a:spcPts val="1900"/>
        </a:lnSpc>
        <a:spcBef>
          <a:spcPts val="0"/>
        </a:spcBef>
        <a:buFont typeface="Trebuchet MS" pitchFamily="34" charset="0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893763" indent="-180975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893763" indent="-180975" algn="l" defTabSz="914400" rtl="0" eaLnBrk="1" latinLnBrk="0" hangingPunct="1">
        <a:lnSpc>
          <a:spcPts val="1900"/>
        </a:lnSpc>
        <a:spcBef>
          <a:spcPts val="0"/>
        </a:spcBef>
        <a:buFont typeface="Trebuchet MS" pitchFamily="34" charset="0"/>
        <a:buChar char="–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6943" y="1052736"/>
            <a:ext cx="11140624" cy="1057936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666" y="2781301"/>
            <a:ext cx="11137899" cy="3344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239736"/>
            <a:ext cx="1549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0C2549-ACB1-44DB-BD9C-7F92649627D4}" type="datetime1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20/07/2025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23973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65" y="6239736"/>
            <a:ext cx="6388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9B3434-7E09-465F-A694-A86E7D543F5E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707173"/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707173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89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</p:sldLayoutIdLst>
  <p:hf hdr="0" ftr="0" dt="0"/>
  <p:txStyles>
    <p:titleStyle>
      <a:lvl1pPr algn="l" defTabSz="914400" rtl="0" eaLnBrk="1" latinLnBrk="0" hangingPunct="1">
        <a:lnSpc>
          <a:spcPts val="2300"/>
        </a:lnSpc>
        <a:spcBef>
          <a:spcPct val="0"/>
        </a:spcBef>
        <a:buNone/>
        <a:defRPr sz="2000" b="1" kern="1200">
          <a:solidFill>
            <a:srgbClr val="70717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None/>
        <a:defRPr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80975" algn="l" defTabSz="914400" rtl="0" eaLnBrk="1" latinLnBrk="0" hangingPunct="1">
        <a:lnSpc>
          <a:spcPts val="1900"/>
        </a:lnSpc>
        <a:spcBef>
          <a:spcPts val="0"/>
        </a:spcBef>
        <a:buFont typeface="Trebuchet MS" pitchFamily="34" charset="0"/>
        <a:buChar char="–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893763" indent="-180975" algn="l" defTabSz="914400" rtl="0" eaLnBrk="1" latinLnBrk="0" hangingPunct="1">
        <a:lnSpc>
          <a:spcPts val="1900"/>
        </a:lnSpc>
        <a:spcBef>
          <a:spcPts val="0"/>
        </a:spcBef>
        <a:buFont typeface="Arial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893763" indent="-180975" algn="l" defTabSz="914400" rtl="0" eaLnBrk="1" latinLnBrk="0" hangingPunct="1">
        <a:lnSpc>
          <a:spcPts val="1900"/>
        </a:lnSpc>
        <a:spcBef>
          <a:spcPts val="0"/>
        </a:spcBef>
        <a:buFont typeface="Trebuchet MS" pitchFamily="34" charset="0"/>
        <a:buChar char="–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0496" y="188639"/>
            <a:ext cx="1324745" cy="13828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62EDA4F-445F-2B41-95C3-AFA205FF5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759" y="1364636"/>
            <a:ext cx="10083237" cy="1865720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4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Dynamical Systems for Neuroscience</a:t>
            </a:r>
            <a:br>
              <a:rPr lang="en-GB" sz="4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r>
              <a:rPr lang="en-GB" sz="4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Week 3: Bifurcations</a:t>
            </a:r>
            <a:endParaRPr lang="en-GB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5F130A-F598-BD12-03C2-07096BC9E56E}"/>
              </a:ext>
            </a:extLst>
          </p:cNvPr>
          <p:cNvSpPr txBox="1"/>
          <p:nvPr/>
        </p:nvSpPr>
        <p:spPr>
          <a:xfrm>
            <a:off x="139147" y="5396948"/>
            <a:ext cx="2345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Nicolas Skatchkovsky</a:t>
            </a:r>
          </a:p>
          <a:p>
            <a:r>
              <a:rPr lang="en-GB" dirty="0"/>
              <a:t>22.07.2025</a:t>
            </a:r>
          </a:p>
        </p:txBody>
      </p:sp>
    </p:spTree>
    <p:extLst>
      <p:ext uri="{BB962C8B-B14F-4D97-AF65-F5344CB8AC3E}">
        <p14:creationId xmlns:p14="http://schemas.microsoft.com/office/powerpoint/2010/main" val="20831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4E19A-F16F-3ECB-7EA5-96B13670E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378" y="853954"/>
            <a:ext cx="8425640" cy="90527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GB" sz="3600" dirty="0">
                <a:solidFill>
                  <a:schemeClr val="accent1"/>
                </a:solidFill>
              </a:rPr>
              <a:t>Week 3: Bifurcations in One Dimension and Neural Thresholds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96F15-79BA-7416-EEFD-4D97D61ACC4E}"/>
              </a:ext>
            </a:extLst>
          </p:cNvPr>
          <p:cNvSpPr txBox="1"/>
          <p:nvPr/>
        </p:nvSpPr>
        <p:spPr>
          <a:xfrm>
            <a:off x="726378" y="2067339"/>
            <a:ext cx="906370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err="1">
                <a:solidFill>
                  <a:schemeClr val="accent1"/>
                </a:solidFill>
              </a:rPr>
              <a:t>Strogatz</a:t>
            </a:r>
            <a:r>
              <a:rPr lang="en-GB" sz="2800" dirty="0">
                <a:solidFill>
                  <a:schemeClr val="accent1"/>
                </a:solidFill>
              </a:rPr>
              <a:t> Ch.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err="1">
                <a:solidFill>
                  <a:schemeClr val="accent1"/>
                </a:solidFill>
              </a:rPr>
              <a:t>Izhikevich</a:t>
            </a:r>
            <a:r>
              <a:rPr lang="en-GB" sz="2800" dirty="0">
                <a:solidFill>
                  <a:schemeClr val="accent1"/>
                </a:solidFill>
              </a:rPr>
              <a:t> Ch. 2/3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Saddle-node, </a:t>
            </a:r>
            <a:r>
              <a:rPr lang="en-GB" sz="2800" dirty="0" err="1">
                <a:solidFill>
                  <a:schemeClr val="accent1"/>
                </a:solidFill>
              </a:rPr>
              <a:t>transcritical</a:t>
            </a:r>
            <a:r>
              <a:rPr lang="en-GB" sz="2800" dirty="0">
                <a:solidFill>
                  <a:schemeClr val="accent1"/>
                </a:solidFill>
              </a:rPr>
              <a:t>, and pitchfork bifurcations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How do saddle-nodes explain spike generation?</a:t>
            </a:r>
          </a:p>
        </p:txBody>
      </p:sp>
    </p:spTree>
    <p:extLst>
      <p:ext uri="{BB962C8B-B14F-4D97-AF65-F5344CB8AC3E}">
        <p14:creationId xmlns:p14="http://schemas.microsoft.com/office/powerpoint/2010/main" val="79370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6BFBE7-4C24-3417-8C85-7AF032D9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>
                <a:solidFill>
                  <a:schemeClr val="accent1"/>
                </a:solidFill>
              </a:rPr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221318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CD6ED-000B-7F19-0B81-8AA5A7ED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78614-6E9F-C7CD-519D-D5E8ED1E5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Dynamical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6A9809-A5AD-2F92-D0ED-FBBF6796FEC0}"/>
              </a:ext>
            </a:extLst>
          </p:cNvPr>
          <p:cNvSpPr txBox="1"/>
          <p:nvPr/>
        </p:nvSpPr>
        <p:spPr>
          <a:xfrm>
            <a:off x="635943" y="1645308"/>
            <a:ext cx="10031913" cy="65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They’re deterministic mathematical models involving time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7BD2C3-B38C-1045-EF94-F5B39C2A12D9}"/>
                  </a:ext>
                </a:extLst>
              </p:cNvPr>
              <p:cNvSpPr txBox="1"/>
              <p:nvPr/>
            </p:nvSpPr>
            <p:spPr>
              <a:xfrm>
                <a:off x="635943" y="2720482"/>
                <a:ext cx="10031913" cy="2612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800" dirty="0">
                    <a:solidFill>
                      <a:schemeClr val="accent1"/>
                    </a:solidFill>
                  </a:rPr>
                  <a:t>In the simplest form, we can write the evolution of a variable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800" dirty="0">
                    <a:solidFill>
                      <a:schemeClr val="accent1"/>
                    </a:solidFill>
                  </a:rPr>
                  <a:t> over time as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7BD2C3-B38C-1045-EF94-F5B39C2A1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43" y="2720482"/>
                <a:ext cx="10031913" cy="2612062"/>
              </a:xfrm>
              <a:prstGeom prst="rect">
                <a:avLst/>
              </a:prstGeom>
              <a:blipFill>
                <a:blip r:embed="rId2"/>
                <a:stretch>
                  <a:fillRect l="-10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678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D11771-38AE-325B-B581-1833FA120808}"/>
              </a:ext>
            </a:extLst>
          </p:cNvPr>
          <p:cNvSpPr txBox="1"/>
          <p:nvPr/>
        </p:nvSpPr>
        <p:spPr>
          <a:xfrm>
            <a:off x="366253" y="412549"/>
            <a:ext cx="2219632" cy="44232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900" b="0" i="0" u="none" strike="noStrike" kern="1200" cap="none" spc="0" baseline="0">
                <a:solidFill>
                  <a:srgbClr val="0066FF"/>
                </a:solidFill>
                <a:uFillTx/>
                <a:latin typeface="Aptos"/>
              </a:rPr>
              <a:t>Dynamical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13">
                <a:extLst>
                  <a:ext uri="{FF2B5EF4-FFF2-40B4-BE49-F238E27FC236}">
                    <a16:creationId xmlns:a16="http://schemas.microsoft.com/office/drawing/2014/main" id="{B8F412CE-4182-5222-7084-BE0395EE07C4}"/>
                  </a:ext>
                </a:extLst>
              </p:cNvPr>
              <p:cNvSpPr txBox="1"/>
              <p:nvPr/>
            </p:nvSpPr>
            <p:spPr>
              <a:xfrm>
                <a:off x="366253" y="1025408"/>
                <a:ext cx="2970053" cy="62427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2400" b="0" i="0" u="none" strike="noStrike" kern="1200" cap="none" spc="0" baseline="0">
                    <a:solidFill>
                      <a:srgbClr val="6666FF"/>
                    </a:solidFill>
                    <a:uFillTx/>
                    <a:latin typeface="Aptos"/>
                  </a:rPr>
                  <a:t>Example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2400" b="0" i="0" u="none" strike="noStrike" kern="1200" cap="none" spc="0" baseline="0">
                  <a:solidFill>
                    <a:srgbClr val="6666FF"/>
                  </a:solidFill>
                  <a:uFillTx/>
                  <a:latin typeface="Aptos"/>
                </a:endParaRPr>
              </a:p>
            </p:txBody>
          </p:sp>
        </mc:Choice>
        <mc:Fallback>
          <p:sp>
            <p:nvSpPr>
              <p:cNvPr id="3" name="TextBox 13">
                <a:extLst>
                  <a:ext uri="{FF2B5EF4-FFF2-40B4-BE49-F238E27FC236}">
                    <a16:creationId xmlns:a16="http://schemas.microsoft.com/office/drawing/2014/main" id="{B8F412CE-4182-5222-7084-BE0395EE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53" y="1025408"/>
                <a:ext cx="2970053" cy="624270"/>
              </a:xfrm>
              <a:prstGeom prst="rect">
                <a:avLst/>
              </a:prstGeom>
              <a:blipFill>
                <a:blip r:embed="rId2"/>
                <a:stretch>
                  <a:fillRect l="-2979" t="-7843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25">
            <a:extLst>
              <a:ext uri="{FF2B5EF4-FFF2-40B4-BE49-F238E27FC236}">
                <a16:creationId xmlns:a16="http://schemas.microsoft.com/office/drawing/2014/main" id="{70D0DD13-F7A0-296A-1626-89C6A3EA16F7}"/>
              </a:ext>
            </a:extLst>
          </p:cNvPr>
          <p:cNvGrpSpPr/>
          <p:nvPr/>
        </p:nvGrpSpPr>
        <p:grpSpPr>
          <a:xfrm>
            <a:off x="2346963" y="1398702"/>
            <a:ext cx="8458684" cy="4616110"/>
            <a:chOff x="2346963" y="1398702"/>
            <a:chExt cx="8458684" cy="4616110"/>
          </a:xfrm>
        </p:grpSpPr>
        <p:grpSp>
          <p:nvGrpSpPr>
            <p:cNvPr id="5" name="Group 14">
              <a:extLst>
                <a:ext uri="{FF2B5EF4-FFF2-40B4-BE49-F238E27FC236}">
                  <a16:creationId xmlns:a16="http://schemas.microsoft.com/office/drawing/2014/main" id="{44E2C7EB-0AA3-4462-B0B8-B8140C291A33}"/>
                </a:ext>
              </a:extLst>
            </p:cNvPr>
            <p:cNvGrpSpPr/>
            <p:nvPr/>
          </p:nvGrpSpPr>
          <p:grpSpPr>
            <a:xfrm>
              <a:off x="2585886" y="1398702"/>
              <a:ext cx="8219761" cy="4616110"/>
              <a:chOff x="2585886" y="1398702"/>
              <a:chExt cx="8219761" cy="4616110"/>
            </a:xfrm>
          </p:grpSpPr>
          <p:pic>
            <p:nvPicPr>
              <p:cNvPr id="6" name="Picture 7" descr="A graph of a function&#10;&#10;AI-generated content may be incorrect.">
                <a:extLst>
                  <a:ext uri="{FF2B5EF4-FFF2-40B4-BE49-F238E27FC236}">
                    <a16:creationId xmlns:a16="http://schemas.microsoft.com/office/drawing/2014/main" id="{3A2B67C2-F71D-C5DF-EE04-4EA2ABB21C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0486" t="9868" r="8655" b="9024"/>
              <a:stretch>
                <a:fillRect/>
              </a:stretch>
            </p:blipFill>
            <p:spPr>
              <a:xfrm>
                <a:off x="2585886" y="1398702"/>
                <a:ext cx="6331954" cy="4616110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grpSp>
            <p:nvGrpSpPr>
              <p:cNvPr id="7" name="Group 2">
                <a:extLst>
                  <a:ext uri="{FF2B5EF4-FFF2-40B4-BE49-F238E27FC236}">
                    <a16:creationId xmlns:a16="http://schemas.microsoft.com/office/drawing/2014/main" id="{7FF0D8E8-B15E-6373-DCE8-B7D670D142B5}"/>
                  </a:ext>
                </a:extLst>
              </p:cNvPr>
              <p:cNvGrpSpPr/>
              <p:nvPr/>
            </p:nvGrpSpPr>
            <p:grpSpPr>
              <a:xfrm>
                <a:off x="7307820" y="4410151"/>
                <a:ext cx="3497827" cy="1049145"/>
                <a:chOff x="7307820" y="4410151"/>
                <a:chExt cx="3497827" cy="1049145"/>
              </a:xfrm>
            </p:grpSpPr>
            <p:sp>
              <p:nvSpPr>
                <p:cNvPr id="8" name="TextBox 9">
                  <a:extLst>
                    <a:ext uri="{FF2B5EF4-FFF2-40B4-BE49-F238E27FC236}">
                      <a16:creationId xmlns:a16="http://schemas.microsoft.com/office/drawing/2014/main" id="{3D5EEFE2-8904-4E0F-23F8-E26DAB88992E}"/>
                    </a:ext>
                  </a:extLst>
                </p:cNvPr>
                <p:cNvSpPr txBox="1"/>
                <p:nvPr/>
              </p:nvSpPr>
              <p:spPr>
                <a:xfrm>
                  <a:off x="7907594" y="4812962"/>
                  <a:ext cx="2898053" cy="646334"/>
                </a:xfrm>
                <a:prstGeom prst="rect">
                  <a:avLst/>
                </a:prstGeom>
                <a:noFill/>
                <a:ln cap="flat">
                  <a:noFill/>
                </a:ln>
              </p:spPr>
              <p:txBody>
                <a:bodyPr vert="horz" wrap="square" lIns="91440" tIns="45720" rIns="91440" bIns="45720" anchor="t" anchorCtr="1" compatLnSpc="1">
                  <a:spAutoFit/>
                </a:bodyPr>
                <a:lstStyle/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en-GB" sz="1800" b="0" i="0" u="none" strike="noStrike" kern="1200" cap="none" spc="0" baseline="0">
                      <a:solidFill>
                        <a:srgbClr val="E97132"/>
                      </a:solidFill>
                      <a:uFillTx/>
                      <a:latin typeface="Aptos"/>
                    </a:rPr>
                    <a:t>State space / phase space</a:t>
                  </a:r>
                </a:p>
                <a:p>
                  <a:pPr marL="0" marR="0" lvl="0" indent="0" algn="ctr" defTabSz="914400" rtl="0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  <a:defRPr sz="1800" b="0" i="0" u="none" strike="noStrike" kern="0" cap="none" spc="0" baseline="0">
                      <a:solidFill>
                        <a:srgbClr val="000000"/>
                      </a:solidFill>
                      <a:uFillTx/>
                    </a:defRPr>
                  </a:pPr>
                  <a:r>
                    <a:rPr lang="en-GB" sz="1800" b="0" i="0" u="none" strike="noStrike" kern="1200" cap="none" spc="0" baseline="0">
                      <a:solidFill>
                        <a:srgbClr val="E97132"/>
                      </a:solidFill>
                      <a:uFillTx/>
                      <a:latin typeface="Aptos"/>
                    </a:rPr>
                    <a:t>(real numbers)</a:t>
                  </a:r>
                </a:p>
              </p:txBody>
            </p:sp>
            <p:cxnSp>
              <p:nvCxnSpPr>
                <p:cNvPr id="9" name="Straight Arrow Connector 11">
                  <a:extLst>
                    <a:ext uri="{FF2B5EF4-FFF2-40B4-BE49-F238E27FC236}">
                      <a16:creationId xmlns:a16="http://schemas.microsoft.com/office/drawing/2014/main" id="{1CE03ACD-22C5-8233-33A1-BC8BBA9C7F41}"/>
                    </a:ext>
                  </a:extLst>
                </p:cNvPr>
                <p:cNvCxnSpPr/>
                <p:nvPr/>
              </p:nvCxnSpPr>
              <p:spPr>
                <a:xfrm flipH="1" flipV="1">
                  <a:off x="7307820" y="4410151"/>
                  <a:ext cx="560436" cy="442450"/>
                </a:xfrm>
                <a:prstGeom prst="straightConnector1">
                  <a:avLst/>
                </a:prstGeom>
                <a:noFill/>
                <a:ln w="38103" cap="flat">
                  <a:solidFill>
                    <a:srgbClr val="E97132"/>
                  </a:solidFill>
                  <a:prstDash val="solid"/>
                  <a:miter/>
                  <a:tailEnd type="arrow"/>
                </a:ln>
              </p:spPr>
            </p:cxnSp>
          </p:grpSp>
        </p:grpSp>
        <p:grpSp>
          <p:nvGrpSpPr>
            <p:cNvPr id="10" name="Group 24">
              <a:extLst>
                <a:ext uri="{FF2B5EF4-FFF2-40B4-BE49-F238E27FC236}">
                  <a16:creationId xmlns:a16="http://schemas.microsoft.com/office/drawing/2014/main" id="{9177D25D-0B7E-DA87-C0F6-08177BB6F8A5}"/>
                </a:ext>
              </a:extLst>
            </p:cNvPr>
            <p:cNvGrpSpPr/>
            <p:nvPr/>
          </p:nvGrpSpPr>
          <p:grpSpPr>
            <a:xfrm>
              <a:off x="2346963" y="3846240"/>
              <a:ext cx="6865617" cy="360000"/>
              <a:chOff x="2346963" y="3846240"/>
              <a:chExt cx="6865617" cy="360000"/>
            </a:xfrm>
          </p:grpSpPr>
          <p:cxnSp>
            <p:nvCxnSpPr>
              <p:cNvPr id="11" name="Straight Connector 16">
                <a:extLst>
                  <a:ext uri="{FF2B5EF4-FFF2-40B4-BE49-F238E27FC236}">
                    <a16:creationId xmlns:a16="http://schemas.microsoft.com/office/drawing/2014/main" id="{6E7DDF8B-1F85-D07F-FA81-63D645C471D4}"/>
                  </a:ext>
                </a:extLst>
              </p:cNvPr>
              <p:cNvCxnSpPr/>
              <p:nvPr/>
            </p:nvCxnSpPr>
            <p:spPr>
              <a:xfrm>
                <a:off x="2346963" y="3846240"/>
                <a:ext cx="0" cy="360000"/>
              </a:xfrm>
              <a:prstGeom prst="straightConnector1">
                <a:avLst/>
              </a:prstGeom>
              <a:noFill/>
              <a:ln w="19046" cap="flat">
                <a:solidFill>
                  <a:srgbClr val="E97132"/>
                </a:solidFill>
                <a:prstDash val="solid"/>
                <a:miter/>
              </a:ln>
            </p:spPr>
          </p:cxnSp>
          <p:cxnSp>
            <p:nvCxnSpPr>
              <p:cNvPr id="12" name="Straight Connector 18">
                <a:extLst>
                  <a:ext uri="{FF2B5EF4-FFF2-40B4-BE49-F238E27FC236}">
                    <a16:creationId xmlns:a16="http://schemas.microsoft.com/office/drawing/2014/main" id="{91B806F0-73B5-21F4-43C4-A47946DA5E1C}"/>
                  </a:ext>
                </a:extLst>
              </p:cNvPr>
              <p:cNvCxnSpPr/>
              <p:nvPr/>
            </p:nvCxnSpPr>
            <p:spPr>
              <a:xfrm>
                <a:off x="9212580" y="3846240"/>
                <a:ext cx="0" cy="360000"/>
              </a:xfrm>
              <a:prstGeom prst="straightConnector1">
                <a:avLst/>
              </a:prstGeom>
              <a:noFill/>
              <a:ln w="19046" cap="flat">
                <a:solidFill>
                  <a:srgbClr val="E97132"/>
                </a:solidFill>
                <a:prstDash val="solid"/>
                <a:miter/>
              </a:ln>
            </p:spPr>
          </p:cxnSp>
          <p:cxnSp>
            <p:nvCxnSpPr>
              <p:cNvPr id="13" name="Straight Connector 19">
                <a:extLst>
                  <a:ext uri="{FF2B5EF4-FFF2-40B4-BE49-F238E27FC236}">
                    <a16:creationId xmlns:a16="http://schemas.microsoft.com/office/drawing/2014/main" id="{2BEA59E5-02FA-0186-7832-C4F530CC5DD4}"/>
                  </a:ext>
                </a:extLst>
              </p:cNvPr>
              <p:cNvCxnSpPr/>
              <p:nvPr/>
            </p:nvCxnSpPr>
            <p:spPr>
              <a:xfrm>
                <a:off x="2346963" y="4198623"/>
                <a:ext cx="6865617" cy="0"/>
              </a:xfrm>
              <a:prstGeom prst="straightConnector1">
                <a:avLst/>
              </a:prstGeom>
              <a:noFill/>
              <a:ln w="19046" cap="flat">
                <a:solidFill>
                  <a:srgbClr val="E97132"/>
                </a:solidFill>
                <a:prstDash val="solid"/>
                <a:miter/>
              </a:ln>
            </p:spPr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27">
                <a:extLst>
                  <a:ext uri="{FF2B5EF4-FFF2-40B4-BE49-F238E27FC236}">
                    <a16:creationId xmlns:a16="http://schemas.microsoft.com/office/drawing/2014/main" id="{7A58591D-6185-DE1B-628E-EF4B9572CEEB}"/>
                  </a:ext>
                </a:extLst>
              </p:cNvPr>
              <p:cNvSpPr txBox="1"/>
              <p:nvPr/>
            </p:nvSpPr>
            <p:spPr>
              <a:xfrm>
                <a:off x="2106594" y="242023"/>
                <a:ext cx="2067229" cy="618244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800" b="0" i="0" u="none" strike="noStrike" kern="1200" cap="none" spc="0" baseline="0">
                  <a:solidFill>
                    <a:srgbClr val="0066FF"/>
                  </a:solidFill>
                  <a:uFillTx/>
                  <a:latin typeface="Aptos"/>
                </a:endParaRPr>
              </a:p>
            </p:txBody>
          </p:sp>
        </mc:Choice>
        <mc:Fallback>
          <p:sp>
            <p:nvSpPr>
              <p:cNvPr id="14" name="TextBox 27">
                <a:extLst>
                  <a:ext uri="{FF2B5EF4-FFF2-40B4-BE49-F238E27FC236}">
                    <a16:creationId xmlns:a16="http://schemas.microsoft.com/office/drawing/2014/main" id="{7A58591D-6185-DE1B-628E-EF4B9572C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594" y="242023"/>
                <a:ext cx="2067229" cy="618244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19BB2021-A4AD-8AF7-462E-8C40FB90E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4" t="9366" b="8067"/>
          <a:stretch>
            <a:fillRect/>
          </a:stretch>
        </p:blipFill>
        <p:spPr>
          <a:xfrm>
            <a:off x="2079683" y="1366680"/>
            <a:ext cx="7482571" cy="470985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59F8EBAE-4832-488A-E51E-B9BB9417DC3D}"/>
              </a:ext>
            </a:extLst>
          </p:cNvPr>
          <p:cNvSpPr txBox="1"/>
          <p:nvPr/>
        </p:nvSpPr>
        <p:spPr>
          <a:xfrm>
            <a:off x="8113224" y="2344448"/>
            <a:ext cx="2898053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9467BD"/>
                </a:solidFill>
                <a:uFillTx/>
                <a:latin typeface="Aptos"/>
              </a:rPr>
              <a:t>Vector field / phase portrait</a:t>
            </a:r>
          </a:p>
        </p:txBody>
      </p:sp>
      <p:cxnSp>
        <p:nvCxnSpPr>
          <p:cNvPr id="4" name="Straight Arrow Connector 14">
            <a:extLst>
              <a:ext uri="{FF2B5EF4-FFF2-40B4-BE49-F238E27FC236}">
                <a16:creationId xmlns:a16="http://schemas.microsoft.com/office/drawing/2014/main" id="{59E8A14A-7BBA-FAA0-7160-1DF8348D3317}"/>
              </a:ext>
            </a:extLst>
          </p:cNvPr>
          <p:cNvCxnSpPr/>
          <p:nvPr/>
        </p:nvCxnSpPr>
        <p:spPr>
          <a:xfrm flipH="1">
            <a:off x="8982992" y="2785015"/>
            <a:ext cx="239664" cy="721946"/>
          </a:xfrm>
          <a:prstGeom prst="straightConnector1">
            <a:avLst/>
          </a:prstGeom>
          <a:noFill/>
          <a:ln w="38103" cap="flat">
            <a:solidFill>
              <a:srgbClr val="9467BD"/>
            </a:solidFill>
            <a:prstDash val="solid"/>
            <a:miter/>
            <a:tailEnd type="arrow"/>
          </a:ln>
        </p:spPr>
      </p:cxnSp>
      <p:grpSp>
        <p:nvGrpSpPr>
          <p:cNvPr id="5" name="Group 45">
            <a:extLst>
              <a:ext uri="{FF2B5EF4-FFF2-40B4-BE49-F238E27FC236}">
                <a16:creationId xmlns:a16="http://schemas.microsoft.com/office/drawing/2014/main" id="{780D2E07-F250-71CD-B99D-BE6DDB2BC887}"/>
              </a:ext>
            </a:extLst>
          </p:cNvPr>
          <p:cNvGrpSpPr/>
          <p:nvPr/>
        </p:nvGrpSpPr>
        <p:grpSpPr>
          <a:xfrm>
            <a:off x="826453" y="2061496"/>
            <a:ext cx="5042613" cy="1740587"/>
            <a:chOff x="826453" y="2061496"/>
            <a:chExt cx="5042613" cy="1740587"/>
          </a:xfrm>
        </p:grpSpPr>
        <p:sp>
          <p:nvSpPr>
            <p:cNvPr id="6" name="Oval 18">
              <a:extLst>
                <a:ext uri="{FF2B5EF4-FFF2-40B4-BE49-F238E27FC236}">
                  <a16:creationId xmlns:a16="http://schemas.microsoft.com/office/drawing/2014/main" id="{627D0F7B-3057-C1CD-E999-BA0884092037}"/>
                </a:ext>
              </a:extLst>
            </p:cNvPr>
            <p:cNvSpPr/>
            <p:nvPr/>
          </p:nvSpPr>
          <p:spPr>
            <a:xfrm>
              <a:off x="5689067" y="3622084"/>
              <a:ext cx="179999" cy="179999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+- 2700000 f2 0"/>
                <a:gd name="f15" fmla="*/ f9 f1 1"/>
                <a:gd name="f16" fmla="*/ f10 f1 1"/>
                <a:gd name="f17" fmla="?: f11 f4 1"/>
                <a:gd name="f18" fmla="?: f12 f5 1"/>
                <a:gd name="f19" fmla="?: f13 f6 1"/>
                <a:gd name="f20" fmla="+- f14 0 f2"/>
                <a:gd name="f21" fmla="*/ f15 1 f3"/>
                <a:gd name="f22" fmla="*/ f16 1 f3"/>
                <a:gd name="f23" fmla="*/ f17 1 21600"/>
                <a:gd name="f24" fmla="*/ f18 1 21600"/>
                <a:gd name="f25" fmla="*/ 21600 f17 1"/>
                <a:gd name="f26" fmla="*/ 21600 f18 1"/>
                <a:gd name="f27" fmla="+- f20 f2 0"/>
                <a:gd name="f28" fmla="+- f21 0 f2"/>
                <a:gd name="f29" fmla="+- f22 0 f2"/>
                <a:gd name="f30" fmla="min f24 f23"/>
                <a:gd name="f31" fmla="*/ f25 1 f19"/>
                <a:gd name="f32" fmla="*/ f26 1 f19"/>
                <a:gd name="f33" fmla="*/ f27 f8 1"/>
                <a:gd name="f34" fmla="val f31"/>
                <a:gd name="f35" fmla="val f32"/>
                <a:gd name="f36" fmla="*/ f33 1 f1"/>
                <a:gd name="f37" fmla="*/ f7 f30 1"/>
                <a:gd name="f38" fmla="+- f35 0 f7"/>
                <a:gd name="f39" fmla="+- f34 0 f7"/>
                <a:gd name="f40" fmla="+- 0 0 f36"/>
                <a:gd name="f41" fmla="*/ f38 1 2"/>
                <a:gd name="f42" fmla="*/ f39 1 2"/>
                <a:gd name="f43" fmla="+- 0 0 f40"/>
                <a:gd name="f44" fmla="+- f7 f41 0"/>
                <a:gd name="f45" fmla="+- f7 f42 0"/>
                <a:gd name="f46" fmla="*/ f43 f1 1"/>
                <a:gd name="f47" fmla="*/ f42 f30 1"/>
                <a:gd name="f48" fmla="*/ f41 f30 1"/>
                <a:gd name="f49" fmla="*/ f46 1 f8"/>
                <a:gd name="f50" fmla="*/ f44 f30 1"/>
                <a:gd name="f51" fmla="+- f49 0 f2"/>
                <a:gd name="f52" fmla="cos 1 f51"/>
                <a:gd name="f53" fmla="sin 1 f51"/>
                <a:gd name="f54" fmla="+- 0 0 f52"/>
                <a:gd name="f55" fmla="+- 0 0 f53"/>
                <a:gd name="f56" fmla="+- 0 0 f54"/>
                <a:gd name="f57" fmla="+- 0 0 f55"/>
                <a:gd name="f58" fmla="val f56"/>
                <a:gd name="f59" fmla="val f57"/>
                <a:gd name="f60" fmla="*/ f58 f42 1"/>
                <a:gd name="f61" fmla="*/ f59 f41 1"/>
                <a:gd name="f62" fmla="+- f45 0 f60"/>
                <a:gd name="f63" fmla="+- f45 f60 0"/>
                <a:gd name="f64" fmla="+- f44 0 f61"/>
                <a:gd name="f65" fmla="+- f44 f61 0"/>
                <a:gd name="f66" fmla="*/ f62 f30 1"/>
                <a:gd name="f67" fmla="*/ f64 f30 1"/>
                <a:gd name="f68" fmla="*/ f63 f30 1"/>
                <a:gd name="f69" fmla="*/ f65 f3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8">
                  <a:pos x="f66" y="f67"/>
                </a:cxn>
                <a:cxn ang="f29">
                  <a:pos x="f66" y="f69"/>
                </a:cxn>
                <a:cxn ang="f29">
                  <a:pos x="f68" y="f69"/>
                </a:cxn>
                <a:cxn ang="f28">
                  <a:pos x="f68" y="f67"/>
                </a:cxn>
              </a:cxnLst>
              <a:rect l="f66" t="f67" r="f68" b="f69"/>
              <a:pathLst>
                <a:path>
                  <a:moveTo>
                    <a:pt x="f37" y="f50"/>
                  </a:moveTo>
                  <a:arcTo wR="f47" hR="f48" stAng="f1" swAng="f0"/>
                  <a:close/>
                </a:path>
              </a:pathLst>
            </a:custGeom>
            <a:solidFill>
              <a:srgbClr val="FFFFFF"/>
            </a:solidFill>
            <a:ln w="28575" cap="flat">
              <a:solidFill>
                <a:srgbClr val="00B05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grpSp>
          <p:nvGrpSpPr>
            <p:cNvPr id="7" name="Group 25">
              <a:extLst>
                <a:ext uri="{FF2B5EF4-FFF2-40B4-BE49-F238E27FC236}">
                  <a16:creationId xmlns:a16="http://schemas.microsoft.com/office/drawing/2014/main" id="{84C5F39C-225A-43EC-1FCC-FB9C56A30E0E}"/>
                </a:ext>
              </a:extLst>
            </p:cNvPr>
            <p:cNvGrpSpPr/>
            <p:nvPr/>
          </p:nvGrpSpPr>
          <p:grpSpPr>
            <a:xfrm>
              <a:off x="826453" y="2061496"/>
              <a:ext cx="4797107" cy="1475494"/>
              <a:chOff x="826453" y="2061496"/>
              <a:chExt cx="4797107" cy="1475494"/>
            </a:xfrm>
          </p:grpSpPr>
          <p:sp>
            <p:nvSpPr>
              <p:cNvPr id="8" name="TextBox 26">
                <a:extLst>
                  <a:ext uri="{FF2B5EF4-FFF2-40B4-BE49-F238E27FC236}">
                    <a16:creationId xmlns:a16="http://schemas.microsoft.com/office/drawing/2014/main" id="{D0828312-944B-E336-2629-92127CA040CF}"/>
                  </a:ext>
                </a:extLst>
              </p:cNvPr>
              <p:cNvSpPr txBox="1"/>
              <p:nvPr/>
            </p:nvSpPr>
            <p:spPr>
              <a:xfrm>
                <a:off x="826453" y="2061496"/>
                <a:ext cx="2898053" cy="369335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>
                    <a:solidFill>
                      <a:srgbClr val="00B050"/>
                    </a:solidFill>
                    <a:uFillTx/>
                    <a:latin typeface="Aptos"/>
                  </a:rPr>
                  <a:t>Fixed point (derivative is 0)</a:t>
                </a:r>
              </a:p>
            </p:txBody>
          </p:sp>
          <p:cxnSp>
            <p:nvCxnSpPr>
              <p:cNvPr id="9" name="Straight Arrow Connector 27">
                <a:extLst>
                  <a:ext uri="{FF2B5EF4-FFF2-40B4-BE49-F238E27FC236}">
                    <a16:creationId xmlns:a16="http://schemas.microsoft.com/office/drawing/2014/main" id="{499F5C7D-9CBC-7350-5824-80F79BC09600}"/>
                  </a:ext>
                </a:extLst>
              </p:cNvPr>
              <p:cNvCxnSpPr>
                <a:stCxn id="8" idx="3"/>
              </p:cNvCxnSpPr>
              <p:nvPr/>
            </p:nvCxnSpPr>
            <p:spPr>
              <a:xfrm>
                <a:off x="3724506" y="2246159"/>
                <a:ext cx="1899054" cy="1290831"/>
              </a:xfrm>
              <a:prstGeom prst="straightConnector1">
                <a:avLst/>
              </a:prstGeom>
              <a:noFill/>
              <a:ln w="38103" cap="flat">
                <a:solidFill>
                  <a:srgbClr val="00B050"/>
                </a:solidFill>
                <a:prstDash val="solid"/>
                <a:miter/>
                <a:tailEnd type="arrow"/>
              </a:ln>
            </p:spPr>
          </p:cxnSp>
        </p:grpSp>
      </p:grpSp>
      <p:sp>
        <p:nvSpPr>
          <p:cNvPr id="10" name="TextBox 32">
            <a:extLst>
              <a:ext uri="{FF2B5EF4-FFF2-40B4-BE49-F238E27FC236}">
                <a16:creationId xmlns:a16="http://schemas.microsoft.com/office/drawing/2014/main" id="{A37F5D63-A487-DDB8-DF77-08FED2951DB6}"/>
              </a:ext>
            </a:extLst>
          </p:cNvPr>
          <p:cNvSpPr txBox="1"/>
          <p:nvPr/>
        </p:nvSpPr>
        <p:spPr>
          <a:xfrm>
            <a:off x="836282" y="2441640"/>
            <a:ext cx="2898053" cy="9233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B050"/>
                </a:solidFill>
                <a:uFillTx/>
                <a:latin typeface="Aptos"/>
              </a:rPr>
              <a:t>Unstable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B050"/>
                </a:solidFill>
                <a:uFillTx/>
                <a:latin typeface="Aptos"/>
              </a:rPr>
              <a:t>(nearby points do not converge to it)</a:t>
            </a:r>
          </a:p>
        </p:txBody>
      </p:sp>
      <p:grpSp>
        <p:nvGrpSpPr>
          <p:cNvPr id="11" name="Group 38">
            <a:extLst>
              <a:ext uri="{FF2B5EF4-FFF2-40B4-BE49-F238E27FC236}">
                <a16:creationId xmlns:a16="http://schemas.microsoft.com/office/drawing/2014/main" id="{A7ABAA79-2365-D8A3-9337-2EF9D730483D}"/>
              </a:ext>
            </a:extLst>
          </p:cNvPr>
          <p:cNvGrpSpPr/>
          <p:nvPr/>
        </p:nvGrpSpPr>
        <p:grpSpPr>
          <a:xfrm>
            <a:off x="2346963" y="3846240"/>
            <a:ext cx="8458684" cy="1613056"/>
            <a:chOff x="2346963" y="3846240"/>
            <a:chExt cx="8458684" cy="1613056"/>
          </a:xfrm>
        </p:grpSpPr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E0EA2A1A-D422-4F51-224A-15012B3390FD}"/>
                </a:ext>
              </a:extLst>
            </p:cNvPr>
            <p:cNvGrpSpPr/>
            <p:nvPr/>
          </p:nvGrpSpPr>
          <p:grpSpPr>
            <a:xfrm>
              <a:off x="7307820" y="4410151"/>
              <a:ext cx="3497827" cy="1049145"/>
              <a:chOff x="7307820" y="4410151"/>
              <a:chExt cx="3497827" cy="1049145"/>
            </a:xfrm>
          </p:grpSpPr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138A52CD-B9A9-523A-B315-9E44D0BE0554}"/>
                  </a:ext>
                </a:extLst>
              </p:cNvPr>
              <p:cNvSpPr txBox="1"/>
              <p:nvPr/>
            </p:nvSpPr>
            <p:spPr>
              <a:xfrm>
                <a:off x="7907594" y="4812962"/>
                <a:ext cx="2898053" cy="646334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1" compatLnSpc="1">
                <a:sp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>
                    <a:solidFill>
                      <a:srgbClr val="E97132"/>
                    </a:solidFill>
                    <a:uFillTx/>
                    <a:latin typeface="Aptos"/>
                  </a:rPr>
                  <a:t>State space / phase space</a:t>
                </a:r>
              </a:p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1800" b="0" i="0" u="none" strike="noStrike" kern="1200" cap="none" spc="0" baseline="0">
                    <a:solidFill>
                      <a:srgbClr val="E97132"/>
                    </a:solidFill>
                    <a:uFillTx/>
                    <a:latin typeface="Aptos"/>
                  </a:rPr>
                  <a:t>(real numbers)</a:t>
                </a:r>
              </a:p>
            </p:txBody>
          </p:sp>
          <p:cxnSp>
            <p:nvCxnSpPr>
              <p:cNvPr id="14" name="Straight Arrow Connector 12">
                <a:extLst>
                  <a:ext uri="{FF2B5EF4-FFF2-40B4-BE49-F238E27FC236}">
                    <a16:creationId xmlns:a16="http://schemas.microsoft.com/office/drawing/2014/main" id="{111C4FF3-DECC-6846-F192-AD914499FE71}"/>
                  </a:ext>
                </a:extLst>
              </p:cNvPr>
              <p:cNvCxnSpPr/>
              <p:nvPr/>
            </p:nvCxnSpPr>
            <p:spPr>
              <a:xfrm flipH="1" flipV="1">
                <a:off x="7307820" y="4410151"/>
                <a:ext cx="560436" cy="442450"/>
              </a:xfrm>
              <a:prstGeom prst="straightConnector1">
                <a:avLst/>
              </a:prstGeom>
              <a:noFill/>
              <a:ln w="38103" cap="flat">
                <a:solidFill>
                  <a:srgbClr val="E97132"/>
                </a:solidFill>
                <a:prstDash val="solid"/>
                <a:miter/>
                <a:tailEnd type="arrow"/>
              </a:ln>
            </p:spPr>
          </p:cxnSp>
        </p:grpSp>
        <p:grpSp>
          <p:nvGrpSpPr>
            <p:cNvPr id="15" name="Group 37">
              <a:extLst>
                <a:ext uri="{FF2B5EF4-FFF2-40B4-BE49-F238E27FC236}">
                  <a16:creationId xmlns:a16="http://schemas.microsoft.com/office/drawing/2014/main" id="{6A46A979-8C0F-6754-505A-215D345A4B9C}"/>
                </a:ext>
              </a:extLst>
            </p:cNvPr>
            <p:cNvGrpSpPr/>
            <p:nvPr/>
          </p:nvGrpSpPr>
          <p:grpSpPr>
            <a:xfrm>
              <a:off x="2346963" y="3846240"/>
              <a:ext cx="6865617" cy="360000"/>
              <a:chOff x="2346963" y="3846240"/>
              <a:chExt cx="6865617" cy="360000"/>
            </a:xfrm>
          </p:grpSpPr>
          <p:cxnSp>
            <p:nvCxnSpPr>
              <p:cNvPr id="16" name="Straight Connector 34">
                <a:extLst>
                  <a:ext uri="{FF2B5EF4-FFF2-40B4-BE49-F238E27FC236}">
                    <a16:creationId xmlns:a16="http://schemas.microsoft.com/office/drawing/2014/main" id="{81A8DB94-4C0A-B138-0D91-D986AFA43EF9}"/>
                  </a:ext>
                </a:extLst>
              </p:cNvPr>
              <p:cNvCxnSpPr/>
              <p:nvPr/>
            </p:nvCxnSpPr>
            <p:spPr>
              <a:xfrm>
                <a:off x="2346963" y="3846240"/>
                <a:ext cx="0" cy="360000"/>
              </a:xfrm>
              <a:prstGeom prst="straightConnector1">
                <a:avLst/>
              </a:prstGeom>
              <a:noFill/>
              <a:ln w="19046" cap="flat">
                <a:solidFill>
                  <a:srgbClr val="E97132"/>
                </a:solidFill>
                <a:prstDash val="solid"/>
                <a:miter/>
              </a:ln>
            </p:spPr>
          </p:cxnSp>
          <p:cxnSp>
            <p:nvCxnSpPr>
              <p:cNvPr id="17" name="Straight Connector 35">
                <a:extLst>
                  <a:ext uri="{FF2B5EF4-FFF2-40B4-BE49-F238E27FC236}">
                    <a16:creationId xmlns:a16="http://schemas.microsoft.com/office/drawing/2014/main" id="{F894C82F-5A39-D417-D99B-0014B62CD9EC}"/>
                  </a:ext>
                </a:extLst>
              </p:cNvPr>
              <p:cNvCxnSpPr/>
              <p:nvPr/>
            </p:nvCxnSpPr>
            <p:spPr>
              <a:xfrm>
                <a:off x="9212580" y="3846240"/>
                <a:ext cx="0" cy="360000"/>
              </a:xfrm>
              <a:prstGeom prst="straightConnector1">
                <a:avLst/>
              </a:prstGeom>
              <a:noFill/>
              <a:ln w="19046" cap="flat">
                <a:solidFill>
                  <a:srgbClr val="E97132"/>
                </a:solidFill>
                <a:prstDash val="solid"/>
                <a:miter/>
              </a:ln>
            </p:spPr>
          </p:cxnSp>
          <p:cxnSp>
            <p:nvCxnSpPr>
              <p:cNvPr id="18" name="Straight Connector 36">
                <a:extLst>
                  <a:ext uri="{FF2B5EF4-FFF2-40B4-BE49-F238E27FC236}">
                    <a16:creationId xmlns:a16="http://schemas.microsoft.com/office/drawing/2014/main" id="{09CBF270-7797-CF1B-9068-6ACC67C0D261}"/>
                  </a:ext>
                </a:extLst>
              </p:cNvPr>
              <p:cNvCxnSpPr/>
              <p:nvPr/>
            </p:nvCxnSpPr>
            <p:spPr>
              <a:xfrm>
                <a:off x="2346963" y="4198623"/>
                <a:ext cx="6865617" cy="0"/>
              </a:xfrm>
              <a:prstGeom prst="straightConnector1">
                <a:avLst/>
              </a:prstGeom>
              <a:noFill/>
              <a:ln w="19046" cap="flat">
                <a:solidFill>
                  <a:srgbClr val="E97132"/>
                </a:solidFill>
                <a:prstDash val="solid"/>
                <a:miter/>
              </a:ln>
            </p:spPr>
          </p:cxnSp>
        </p:grp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01356A7-ECB2-2AC0-9E8C-DC069E354D85}"/>
              </a:ext>
            </a:extLst>
          </p:cNvPr>
          <p:cNvSpPr txBox="1"/>
          <p:nvPr/>
        </p:nvSpPr>
        <p:spPr>
          <a:xfrm>
            <a:off x="366253" y="412549"/>
            <a:ext cx="2219632" cy="44232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900" b="0" i="0" u="none" strike="noStrike" kern="1200" cap="none" spc="0" baseline="0">
                <a:solidFill>
                  <a:srgbClr val="0066FF"/>
                </a:solidFill>
                <a:uFillTx/>
                <a:latin typeface="Aptos"/>
              </a:rPr>
              <a:t>Dynamical System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40">
                <a:extLst>
                  <a:ext uri="{FF2B5EF4-FFF2-40B4-BE49-F238E27FC236}">
                    <a16:creationId xmlns:a16="http://schemas.microsoft.com/office/drawing/2014/main" id="{657312A3-FEBB-E288-F1F9-EE0D4EFE692B}"/>
                  </a:ext>
                </a:extLst>
              </p:cNvPr>
              <p:cNvSpPr txBox="1"/>
              <p:nvPr/>
            </p:nvSpPr>
            <p:spPr>
              <a:xfrm>
                <a:off x="366253" y="1025408"/>
                <a:ext cx="2970053" cy="624270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r>
                  <a:rPr lang="en-GB" sz="2400" b="0" i="0" u="none" strike="noStrike" kern="1200" cap="none" spc="0" baseline="0" dirty="0">
                    <a:solidFill>
                      <a:srgbClr val="6666FF"/>
                    </a:solidFill>
                    <a:uFillTx/>
                    <a:latin typeface="Aptos"/>
                  </a:rPr>
                  <a:t>Example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2400" b="0" i="0" u="none" strike="noStrike" kern="1200" cap="none" spc="0" baseline="0" dirty="0">
                  <a:solidFill>
                    <a:srgbClr val="6666FF"/>
                  </a:solidFill>
                  <a:uFillTx/>
                  <a:latin typeface="Aptos"/>
                </a:endParaRPr>
              </a:p>
            </p:txBody>
          </p:sp>
        </mc:Choice>
        <mc:Fallback>
          <p:sp>
            <p:nvSpPr>
              <p:cNvPr id="20" name="TextBox 40">
                <a:extLst>
                  <a:ext uri="{FF2B5EF4-FFF2-40B4-BE49-F238E27FC236}">
                    <a16:creationId xmlns:a16="http://schemas.microsoft.com/office/drawing/2014/main" id="{657312A3-FEBB-E288-F1F9-EE0D4EFE6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53" y="1025408"/>
                <a:ext cx="2970053" cy="624270"/>
              </a:xfrm>
              <a:prstGeom prst="rect">
                <a:avLst/>
              </a:prstGeom>
              <a:blipFill>
                <a:blip r:embed="rId3"/>
                <a:stretch>
                  <a:fillRect l="-2979" t="-7843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41">
                <a:extLst>
                  <a:ext uri="{FF2B5EF4-FFF2-40B4-BE49-F238E27FC236}">
                    <a16:creationId xmlns:a16="http://schemas.microsoft.com/office/drawing/2014/main" id="{01D013B1-9B62-D22C-EE7F-249149A9A53C}"/>
                  </a:ext>
                </a:extLst>
              </p:cNvPr>
              <p:cNvSpPr txBox="1"/>
              <p:nvPr/>
            </p:nvSpPr>
            <p:spPr>
              <a:xfrm>
                <a:off x="2106594" y="242023"/>
                <a:ext cx="2067229" cy="618244"/>
              </a:xfrm>
              <a:prstGeom prst="rect">
                <a:avLst/>
              </a:prstGeom>
              <a:noFill/>
              <a:ln cap="flat">
                <a:noFill/>
              </a:ln>
            </p:spPr>
            <p:txBody>
              <a:bodyPr vert="horz" wrap="square" lIns="91440" tIns="45720" rIns="91440" bIns="45720" anchor="t" anchorCtr="0" compatLnSpc="1">
                <a:spAutoFit/>
              </a:bodyPr>
              <a:lstStyle/>
              <a:p>
                <a:pPr marL="0" marR="0" lvl="0" indent="0" algn="l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800" b="0" i="0" u="none" strike="noStrike" kern="1200" cap="none" spc="0" baseline="0">
                  <a:solidFill>
                    <a:srgbClr val="0066FF"/>
                  </a:solidFill>
                  <a:uFillTx/>
                  <a:latin typeface="Aptos"/>
                </a:endParaRPr>
              </a:p>
            </p:txBody>
          </p:sp>
        </mc:Choice>
        <mc:Fallback>
          <p:sp>
            <p:nvSpPr>
              <p:cNvPr id="21" name="TextBox 41">
                <a:extLst>
                  <a:ext uri="{FF2B5EF4-FFF2-40B4-BE49-F238E27FC236}">
                    <a16:creationId xmlns:a16="http://schemas.microsoft.com/office/drawing/2014/main" id="{01D013B1-9B62-D22C-EE7F-249149A9A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594" y="242023"/>
                <a:ext cx="2067229" cy="618244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  <a:ln cap="flat"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E7C5AE-8787-6B94-4A34-FE591A2A70BA}"/>
                  </a:ext>
                </a:extLst>
              </p:cNvPr>
              <p:cNvSpPr txBox="1"/>
              <p:nvPr/>
            </p:nvSpPr>
            <p:spPr>
              <a:xfrm>
                <a:off x="3140208" y="962962"/>
                <a:ext cx="6097348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0E7C5AE-8787-6B94-4A34-FE591A2A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208" y="962962"/>
                <a:ext cx="6097348" cy="618246"/>
              </a:xfrm>
              <a:prstGeom prst="rect">
                <a:avLst/>
              </a:prstGeom>
              <a:blipFill>
                <a:blip r:embed="rId5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553852-FE34-0F4D-357D-F3CC937343D5}"/>
                  </a:ext>
                </a:extLst>
              </p:cNvPr>
              <p:cNvSpPr txBox="1"/>
              <p:nvPr/>
            </p:nvSpPr>
            <p:spPr>
              <a:xfrm>
                <a:off x="6513576" y="3459715"/>
                <a:ext cx="60973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E553852-FE34-0F4D-357D-F3CC93734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576" y="3459715"/>
                <a:ext cx="60973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B82C88-99A4-00A2-7353-166F67FF33A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578714"/>
            <a:ext cx="10515600" cy="642265"/>
          </a:xfrm>
        </p:spPr>
        <p:txBody>
          <a:bodyPr/>
          <a:lstStyle/>
          <a:p>
            <a:pPr marL="0" lvl="0" indent="0">
              <a:lnSpc>
                <a:spcPct val="80000"/>
              </a:lnSpc>
              <a:buNone/>
            </a:pPr>
            <a:r>
              <a:rPr lang="en-GB" sz="2400" dirty="0">
                <a:solidFill>
                  <a:schemeClr val="accent1"/>
                </a:solidFill>
              </a:rPr>
              <a:t>Some fixed points are more stable / unstable than others.</a:t>
            </a:r>
          </a:p>
          <a:p>
            <a:pPr marL="0" lvl="0" indent="0">
              <a:lnSpc>
                <a:spcPct val="80000"/>
              </a:lnSpc>
              <a:buNone/>
            </a:pPr>
            <a:endParaRPr lang="en-GB" sz="2400" dirty="0"/>
          </a:p>
        </p:txBody>
      </p:sp>
      <p:grpSp>
        <p:nvGrpSpPr>
          <p:cNvPr id="3" name="Group 51">
            <a:extLst>
              <a:ext uri="{FF2B5EF4-FFF2-40B4-BE49-F238E27FC236}">
                <a16:creationId xmlns:a16="http://schemas.microsoft.com/office/drawing/2014/main" id="{3B34B39C-CC15-1DD4-0708-BAAE7F183432}"/>
              </a:ext>
            </a:extLst>
          </p:cNvPr>
          <p:cNvGrpSpPr/>
          <p:nvPr/>
        </p:nvGrpSpPr>
        <p:grpSpPr>
          <a:xfrm>
            <a:off x="2477383" y="2628900"/>
            <a:ext cx="8440013" cy="2137163"/>
            <a:chOff x="2477383" y="2628900"/>
            <a:chExt cx="8440013" cy="2137163"/>
          </a:xfrm>
        </p:grpSpPr>
        <p:grpSp>
          <p:nvGrpSpPr>
            <p:cNvPr id="4" name="Group 16">
              <a:extLst>
                <a:ext uri="{FF2B5EF4-FFF2-40B4-BE49-F238E27FC236}">
                  <a16:creationId xmlns:a16="http://schemas.microsoft.com/office/drawing/2014/main" id="{8F9509FA-3783-ACA0-853E-7FB2D5239D6D}"/>
                </a:ext>
              </a:extLst>
            </p:cNvPr>
            <p:cNvGrpSpPr/>
            <p:nvPr/>
          </p:nvGrpSpPr>
          <p:grpSpPr>
            <a:xfrm>
              <a:off x="2477383" y="2628900"/>
              <a:ext cx="2880004" cy="143999"/>
              <a:chOff x="2477383" y="2628900"/>
              <a:chExt cx="2880004" cy="143999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8459EFA-4BC6-5AB4-4834-18CDD838EBDA}"/>
                  </a:ext>
                </a:extLst>
              </p:cNvPr>
              <p:cNvCxnSpPr/>
              <p:nvPr/>
            </p:nvCxnSpPr>
            <p:spPr>
              <a:xfrm>
                <a:off x="2477383" y="2636023"/>
                <a:ext cx="2880004" cy="0"/>
              </a:xfrm>
              <a:prstGeom prst="straightConnector1">
                <a:avLst/>
              </a:prstGeom>
              <a:noFill/>
              <a:ln w="19046" cap="flat">
                <a:solidFill>
                  <a:srgbClr val="000000"/>
                </a:solidFill>
                <a:prstDash val="solid"/>
                <a:miter/>
              </a:ln>
            </p:spPr>
          </p:cxnSp>
          <p:grpSp>
            <p:nvGrpSpPr>
              <p:cNvPr id="6" name="Group 15">
                <a:extLst>
                  <a:ext uri="{FF2B5EF4-FFF2-40B4-BE49-F238E27FC236}">
                    <a16:creationId xmlns:a16="http://schemas.microsoft.com/office/drawing/2014/main" id="{1CEEC9BA-F7D9-0975-3A44-4A8352437068}"/>
                  </a:ext>
                </a:extLst>
              </p:cNvPr>
              <p:cNvGrpSpPr/>
              <p:nvPr/>
            </p:nvGrpSpPr>
            <p:grpSpPr>
              <a:xfrm>
                <a:off x="2490450" y="2628900"/>
                <a:ext cx="2851694" cy="143999"/>
                <a:chOff x="2490450" y="2628900"/>
                <a:chExt cx="2851694" cy="143999"/>
              </a:xfrm>
            </p:grpSpPr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5D974A10-D104-B957-1E4E-F16E53FC7EEB}"/>
                    </a:ext>
                  </a:extLst>
                </p:cNvPr>
                <p:cNvCxnSpPr/>
                <p:nvPr/>
              </p:nvCxnSpPr>
              <p:spPr>
                <a:xfrm>
                  <a:off x="2490450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C03E29A2-1D97-3CFA-5F52-F33220991612}"/>
                    </a:ext>
                  </a:extLst>
                </p:cNvPr>
                <p:cNvCxnSpPr/>
                <p:nvPr/>
              </p:nvCxnSpPr>
              <p:spPr>
                <a:xfrm>
                  <a:off x="5342144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B31A2EF3-A3A1-7661-0E5D-6901C28ED36D}"/>
                    </a:ext>
                  </a:extLst>
                </p:cNvPr>
                <p:cNvCxnSpPr/>
                <p:nvPr/>
              </p:nvCxnSpPr>
              <p:spPr>
                <a:xfrm>
                  <a:off x="3441015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CB40CE77-A3D2-B758-3218-20D5885F76AF}"/>
                    </a:ext>
                  </a:extLst>
                </p:cNvPr>
                <p:cNvCxnSpPr/>
                <p:nvPr/>
              </p:nvCxnSpPr>
              <p:spPr>
                <a:xfrm>
                  <a:off x="3916292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0319669D-9B9F-B891-005D-D6125C49D5CA}"/>
                    </a:ext>
                  </a:extLst>
                </p:cNvPr>
                <p:cNvCxnSpPr/>
                <p:nvPr/>
              </p:nvCxnSpPr>
              <p:spPr>
                <a:xfrm>
                  <a:off x="4391579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60AFB9BF-0CE1-A579-FA1B-7326EDCE6B27}"/>
                    </a:ext>
                  </a:extLst>
                </p:cNvPr>
                <p:cNvCxnSpPr/>
                <p:nvPr/>
              </p:nvCxnSpPr>
              <p:spPr>
                <a:xfrm>
                  <a:off x="4866866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AEB37F9A-3F23-E9B5-713B-25FFAA1EA462}"/>
                    </a:ext>
                  </a:extLst>
                </p:cNvPr>
                <p:cNvCxnSpPr/>
                <p:nvPr/>
              </p:nvCxnSpPr>
              <p:spPr>
                <a:xfrm>
                  <a:off x="2965728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</p:grpSp>
        </p:grpSp>
        <p:grpSp>
          <p:nvGrpSpPr>
            <p:cNvPr id="14" name="Group 17">
              <a:extLst>
                <a:ext uri="{FF2B5EF4-FFF2-40B4-BE49-F238E27FC236}">
                  <a16:creationId xmlns:a16="http://schemas.microsoft.com/office/drawing/2014/main" id="{A69C2A64-502D-3BD3-C0DB-48B494D2D157}"/>
                </a:ext>
              </a:extLst>
            </p:cNvPr>
            <p:cNvGrpSpPr/>
            <p:nvPr/>
          </p:nvGrpSpPr>
          <p:grpSpPr>
            <a:xfrm>
              <a:off x="2477383" y="4622063"/>
              <a:ext cx="2880004" cy="144000"/>
              <a:chOff x="2477383" y="4622063"/>
              <a:chExt cx="2880004" cy="144000"/>
            </a:xfrm>
          </p:grpSpPr>
          <p:cxnSp>
            <p:nvCxnSpPr>
              <p:cNvPr id="15" name="Straight Connector 18">
                <a:extLst>
                  <a:ext uri="{FF2B5EF4-FFF2-40B4-BE49-F238E27FC236}">
                    <a16:creationId xmlns:a16="http://schemas.microsoft.com/office/drawing/2014/main" id="{C265A2D8-776C-5936-0FE8-D1110A561EB1}"/>
                  </a:ext>
                </a:extLst>
              </p:cNvPr>
              <p:cNvCxnSpPr/>
              <p:nvPr/>
            </p:nvCxnSpPr>
            <p:spPr>
              <a:xfrm>
                <a:off x="2477383" y="4629186"/>
                <a:ext cx="2880004" cy="0"/>
              </a:xfrm>
              <a:prstGeom prst="straightConnector1">
                <a:avLst/>
              </a:prstGeom>
              <a:noFill/>
              <a:ln w="19046" cap="flat">
                <a:solidFill>
                  <a:srgbClr val="000000"/>
                </a:solidFill>
                <a:prstDash val="solid"/>
                <a:miter/>
              </a:ln>
            </p:spPr>
          </p:cxnSp>
          <p:grpSp>
            <p:nvGrpSpPr>
              <p:cNvPr id="16" name="Group 19">
                <a:extLst>
                  <a:ext uri="{FF2B5EF4-FFF2-40B4-BE49-F238E27FC236}">
                    <a16:creationId xmlns:a16="http://schemas.microsoft.com/office/drawing/2014/main" id="{7106FF56-5814-AED8-DCEB-9F2CCBDBBD2E}"/>
                  </a:ext>
                </a:extLst>
              </p:cNvPr>
              <p:cNvGrpSpPr/>
              <p:nvPr/>
            </p:nvGrpSpPr>
            <p:grpSpPr>
              <a:xfrm>
                <a:off x="2490450" y="4622063"/>
                <a:ext cx="2851694" cy="144000"/>
                <a:chOff x="2490450" y="4622063"/>
                <a:chExt cx="2851694" cy="144000"/>
              </a:xfrm>
            </p:grpSpPr>
            <p:cxnSp>
              <p:nvCxnSpPr>
                <p:cNvPr id="17" name="Straight Connector 20">
                  <a:extLst>
                    <a:ext uri="{FF2B5EF4-FFF2-40B4-BE49-F238E27FC236}">
                      <a16:creationId xmlns:a16="http://schemas.microsoft.com/office/drawing/2014/main" id="{FEF773C5-1006-F077-BE4A-16BBB9DAF201}"/>
                    </a:ext>
                  </a:extLst>
                </p:cNvPr>
                <p:cNvCxnSpPr/>
                <p:nvPr/>
              </p:nvCxnSpPr>
              <p:spPr>
                <a:xfrm>
                  <a:off x="2490450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18" name="Straight Connector 21">
                  <a:extLst>
                    <a:ext uri="{FF2B5EF4-FFF2-40B4-BE49-F238E27FC236}">
                      <a16:creationId xmlns:a16="http://schemas.microsoft.com/office/drawing/2014/main" id="{0C433AF9-3819-7CB7-B3AA-C0C5CDEB0B1E}"/>
                    </a:ext>
                  </a:extLst>
                </p:cNvPr>
                <p:cNvCxnSpPr/>
                <p:nvPr/>
              </p:nvCxnSpPr>
              <p:spPr>
                <a:xfrm>
                  <a:off x="5342144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19" name="Straight Connector 22">
                  <a:extLst>
                    <a:ext uri="{FF2B5EF4-FFF2-40B4-BE49-F238E27FC236}">
                      <a16:creationId xmlns:a16="http://schemas.microsoft.com/office/drawing/2014/main" id="{0D7BD38A-CEBB-AF21-E9AA-5668B16566D5}"/>
                    </a:ext>
                  </a:extLst>
                </p:cNvPr>
                <p:cNvCxnSpPr/>
                <p:nvPr/>
              </p:nvCxnSpPr>
              <p:spPr>
                <a:xfrm>
                  <a:off x="3441015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20" name="Straight Connector 23">
                  <a:extLst>
                    <a:ext uri="{FF2B5EF4-FFF2-40B4-BE49-F238E27FC236}">
                      <a16:creationId xmlns:a16="http://schemas.microsoft.com/office/drawing/2014/main" id="{EBDCA2C2-0ED0-E405-FAB5-4831922B1C68}"/>
                    </a:ext>
                  </a:extLst>
                </p:cNvPr>
                <p:cNvCxnSpPr/>
                <p:nvPr/>
              </p:nvCxnSpPr>
              <p:spPr>
                <a:xfrm>
                  <a:off x="3916292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21" name="Straight Connector 24">
                  <a:extLst>
                    <a:ext uri="{FF2B5EF4-FFF2-40B4-BE49-F238E27FC236}">
                      <a16:creationId xmlns:a16="http://schemas.microsoft.com/office/drawing/2014/main" id="{ADCCAFEE-919C-4474-9A85-91CAF7327B1B}"/>
                    </a:ext>
                  </a:extLst>
                </p:cNvPr>
                <p:cNvCxnSpPr/>
                <p:nvPr/>
              </p:nvCxnSpPr>
              <p:spPr>
                <a:xfrm>
                  <a:off x="4391579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22" name="Straight Connector 25">
                  <a:extLst>
                    <a:ext uri="{FF2B5EF4-FFF2-40B4-BE49-F238E27FC236}">
                      <a16:creationId xmlns:a16="http://schemas.microsoft.com/office/drawing/2014/main" id="{81F99C56-A107-802A-2C6E-DCA0A6760DDF}"/>
                    </a:ext>
                  </a:extLst>
                </p:cNvPr>
                <p:cNvCxnSpPr/>
                <p:nvPr/>
              </p:nvCxnSpPr>
              <p:spPr>
                <a:xfrm>
                  <a:off x="4866866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23" name="Straight Connector 26">
                  <a:extLst>
                    <a:ext uri="{FF2B5EF4-FFF2-40B4-BE49-F238E27FC236}">
                      <a16:creationId xmlns:a16="http://schemas.microsoft.com/office/drawing/2014/main" id="{5A3FFBE5-AAE7-C2B6-F868-56D29A65F0E7}"/>
                    </a:ext>
                  </a:extLst>
                </p:cNvPr>
                <p:cNvCxnSpPr/>
                <p:nvPr/>
              </p:nvCxnSpPr>
              <p:spPr>
                <a:xfrm>
                  <a:off x="2965728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</p:grpSp>
        </p:grpSp>
        <p:grpSp>
          <p:nvGrpSpPr>
            <p:cNvPr id="24" name="Group 27">
              <a:extLst>
                <a:ext uri="{FF2B5EF4-FFF2-40B4-BE49-F238E27FC236}">
                  <a16:creationId xmlns:a16="http://schemas.microsoft.com/office/drawing/2014/main" id="{3037FC70-61F0-3412-1CFF-FB1F2E3F12D8}"/>
                </a:ext>
              </a:extLst>
            </p:cNvPr>
            <p:cNvGrpSpPr/>
            <p:nvPr/>
          </p:nvGrpSpPr>
          <p:grpSpPr>
            <a:xfrm>
              <a:off x="8037393" y="2628900"/>
              <a:ext cx="2880003" cy="143999"/>
              <a:chOff x="8037393" y="2628900"/>
              <a:chExt cx="2880003" cy="143999"/>
            </a:xfrm>
          </p:grpSpPr>
          <p:cxnSp>
            <p:nvCxnSpPr>
              <p:cNvPr id="25" name="Straight Connector 28">
                <a:extLst>
                  <a:ext uri="{FF2B5EF4-FFF2-40B4-BE49-F238E27FC236}">
                    <a16:creationId xmlns:a16="http://schemas.microsoft.com/office/drawing/2014/main" id="{8C4B0CE6-E730-A62B-C6DD-2C367CF12FC8}"/>
                  </a:ext>
                </a:extLst>
              </p:cNvPr>
              <p:cNvCxnSpPr/>
              <p:nvPr/>
            </p:nvCxnSpPr>
            <p:spPr>
              <a:xfrm>
                <a:off x="8037393" y="2636023"/>
                <a:ext cx="2880003" cy="0"/>
              </a:xfrm>
              <a:prstGeom prst="straightConnector1">
                <a:avLst/>
              </a:prstGeom>
              <a:noFill/>
              <a:ln w="19046" cap="flat">
                <a:solidFill>
                  <a:srgbClr val="000000"/>
                </a:solidFill>
                <a:prstDash val="solid"/>
                <a:miter/>
              </a:ln>
            </p:spPr>
          </p:cxnSp>
          <p:grpSp>
            <p:nvGrpSpPr>
              <p:cNvPr id="26" name="Group 29">
                <a:extLst>
                  <a:ext uri="{FF2B5EF4-FFF2-40B4-BE49-F238E27FC236}">
                    <a16:creationId xmlns:a16="http://schemas.microsoft.com/office/drawing/2014/main" id="{BFCDE7B6-04DC-74A7-2480-A418B5E15B73}"/>
                  </a:ext>
                </a:extLst>
              </p:cNvPr>
              <p:cNvGrpSpPr/>
              <p:nvPr/>
            </p:nvGrpSpPr>
            <p:grpSpPr>
              <a:xfrm>
                <a:off x="8050450" y="2628900"/>
                <a:ext cx="2851703" cy="143999"/>
                <a:chOff x="8050450" y="2628900"/>
                <a:chExt cx="2851703" cy="143999"/>
              </a:xfrm>
            </p:grpSpPr>
            <p:cxnSp>
              <p:nvCxnSpPr>
                <p:cNvPr id="27" name="Straight Connector 30">
                  <a:extLst>
                    <a:ext uri="{FF2B5EF4-FFF2-40B4-BE49-F238E27FC236}">
                      <a16:creationId xmlns:a16="http://schemas.microsoft.com/office/drawing/2014/main" id="{F6FC9444-B457-6338-D3B2-D98F44DFE743}"/>
                    </a:ext>
                  </a:extLst>
                </p:cNvPr>
                <p:cNvCxnSpPr/>
                <p:nvPr/>
              </p:nvCxnSpPr>
              <p:spPr>
                <a:xfrm>
                  <a:off x="8050450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28" name="Straight Connector 31">
                  <a:extLst>
                    <a:ext uri="{FF2B5EF4-FFF2-40B4-BE49-F238E27FC236}">
                      <a16:creationId xmlns:a16="http://schemas.microsoft.com/office/drawing/2014/main" id="{C089DBB4-1684-C468-B6EC-BD5333B9B02E}"/>
                    </a:ext>
                  </a:extLst>
                </p:cNvPr>
                <p:cNvCxnSpPr/>
                <p:nvPr/>
              </p:nvCxnSpPr>
              <p:spPr>
                <a:xfrm>
                  <a:off x="10902153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29" name="Straight Connector 32">
                  <a:extLst>
                    <a:ext uri="{FF2B5EF4-FFF2-40B4-BE49-F238E27FC236}">
                      <a16:creationId xmlns:a16="http://schemas.microsoft.com/office/drawing/2014/main" id="{4B06E676-91D6-F1BC-01B5-8386871AD453}"/>
                    </a:ext>
                  </a:extLst>
                </p:cNvPr>
                <p:cNvCxnSpPr/>
                <p:nvPr/>
              </p:nvCxnSpPr>
              <p:spPr>
                <a:xfrm>
                  <a:off x="9001015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30" name="Straight Connector 33">
                  <a:extLst>
                    <a:ext uri="{FF2B5EF4-FFF2-40B4-BE49-F238E27FC236}">
                      <a16:creationId xmlns:a16="http://schemas.microsoft.com/office/drawing/2014/main" id="{547632E4-8528-E384-E597-9414C51E4D30}"/>
                    </a:ext>
                  </a:extLst>
                </p:cNvPr>
                <p:cNvCxnSpPr/>
                <p:nvPr/>
              </p:nvCxnSpPr>
              <p:spPr>
                <a:xfrm>
                  <a:off x="9476302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31" name="Straight Connector 34">
                  <a:extLst>
                    <a:ext uri="{FF2B5EF4-FFF2-40B4-BE49-F238E27FC236}">
                      <a16:creationId xmlns:a16="http://schemas.microsoft.com/office/drawing/2014/main" id="{1B9656D5-BDF8-FE6E-77D3-944F91B161FC}"/>
                    </a:ext>
                  </a:extLst>
                </p:cNvPr>
                <p:cNvCxnSpPr/>
                <p:nvPr/>
              </p:nvCxnSpPr>
              <p:spPr>
                <a:xfrm>
                  <a:off x="9951588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32" name="Straight Connector 35">
                  <a:extLst>
                    <a:ext uri="{FF2B5EF4-FFF2-40B4-BE49-F238E27FC236}">
                      <a16:creationId xmlns:a16="http://schemas.microsoft.com/office/drawing/2014/main" id="{7E658779-BECB-DD79-CCEB-53898F6E4EC4}"/>
                    </a:ext>
                  </a:extLst>
                </p:cNvPr>
                <p:cNvCxnSpPr/>
                <p:nvPr/>
              </p:nvCxnSpPr>
              <p:spPr>
                <a:xfrm>
                  <a:off x="10426866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33" name="Straight Connector 36">
                  <a:extLst>
                    <a:ext uri="{FF2B5EF4-FFF2-40B4-BE49-F238E27FC236}">
                      <a16:creationId xmlns:a16="http://schemas.microsoft.com/office/drawing/2014/main" id="{29AF504A-6A3D-8D32-3F4B-816ADE825CB6}"/>
                    </a:ext>
                  </a:extLst>
                </p:cNvPr>
                <p:cNvCxnSpPr/>
                <p:nvPr/>
              </p:nvCxnSpPr>
              <p:spPr>
                <a:xfrm>
                  <a:off x="8525737" y="2628900"/>
                  <a:ext cx="0" cy="143999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</p:grpSp>
        </p:grpSp>
        <p:grpSp>
          <p:nvGrpSpPr>
            <p:cNvPr id="34" name="Group 37">
              <a:extLst>
                <a:ext uri="{FF2B5EF4-FFF2-40B4-BE49-F238E27FC236}">
                  <a16:creationId xmlns:a16="http://schemas.microsoft.com/office/drawing/2014/main" id="{B5FA9C75-2E78-03D0-B91D-E540F1DCD4CA}"/>
                </a:ext>
              </a:extLst>
            </p:cNvPr>
            <p:cNvGrpSpPr/>
            <p:nvPr/>
          </p:nvGrpSpPr>
          <p:grpSpPr>
            <a:xfrm>
              <a:off x="8037393" y="4622063"/>
              <a:ext cx="2880003" cy="144000"/>
              <a:chOff x="8037393" y="4622063"/>
              <a:chExt cx="2880003" cy="144000"/>
            </a:xfrm>
          </p:grpSpPr>
          <p:cxnSp>
            <p:nvCxnSpPr>
              <p:cNvPr id="35" name="Straight Connector 38">
                <a:extLst>
                  <a:ext uri="{FF2B5EF4-FFF2-40B4-BE49-F238E27FC236}">
                    <a16:creationId xmlns:a16="http://schemas.microsoft.com/office/drawing/2014/main" id="{5319FCE9-EABC-F294-E8E2-AE98823FDBE5}"/>
                  </a:ext>
                </a:extLst>
              </p:cNvPr>
              <p:cNvCxnSpPr/>
              <p:nvPr/>
            </p:nvCxnSpPr>
            <p:spPr>
              <a:xfrm>
                <a:off x="8037393" y="4629186"/>
                <a:ext cx="2880003" cy="0"/>
              </a:xfrm>
              <a:prstGeom prst="straightConnector1">
                <a:avLst/>
              </a:prstGeom>
              <a:noFill/>
              <a:ln w="19046" cap="flat">
                <a:solidFill>
                  <a:srgbClr val="000000"/>
                </a:solidFill>
                <a:prstDash val="solid"/>
                <a:miter/>
              </a:ln>
            </p:spPr>
          </p:cxnSp>
          <p:grpSp>
            <p:nvGrpSpPr>
              <p:cNvPr id="36" name="Group 39">
                <a:extLst>
                  <a:ext uri="{FF2B5EF4-FFF2-40B4-BE49-F238E27FC236}">
                    <a16:creationId xmlns:a16="http://schemas.microsoft.com/office/drawing/2014/main" id="{89C1FDCE-940C-A6B9-0F3D-1A25864CB345}"/>
                  </a:ext>
                </a:extLst>
              </p:cNvPr>
              <p:cNvGrpSpPr/>
              <p:nvPr/>
            </p:nvGrpSpPr>
            <p:grpSpPr>
              <a:xfrm>
                <a:off x="8050450" y="4622063"/>
                <a:ext cx="2851703" cy="144000"/>
                <a:chOff x="8050450" y="4622063"/>
                <a:chExt cx="2851703" cy="144000"/>
              </a:xfrm>
            </p:grpSpPr>
            <p:cxnSp>
              <p:nvCxnSpPr>
                <p:cNvPr id="37" name="Straight Connector 40">
                  <a:extLst>
                    <a:ext uri="{FF2B5EF4-FFF2-40B4-BE49-F238E27FC236}">
                      <a16:creationId xmlns:a16="http://schemas.microsoft.com/office/drawing/2014/main" id="{EB4E80AB-19D9-9102-501B-3D01C034EEDE}"/>
                    </a:ext>
                  </a:extLst>
                </p:cNvPr>
                <p:cNvCxnSpPr/>
                <p:nvPr/>
              </p:nvCxnSpPr>
              <p:spPr>
                <a:xfrm>
                  <a:off x="8050450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38" name="Straight Connector 41">
                  <a:extLst>
                    <a:ext uri="{FF2B5EF4-FFF2-40B4-BE49-F238E27FC236}">
                      <a16:creationId xmlns:a16="http://schemas.microsoft.com/office/drawing/2014/main" id="{7C23FEE0-A62E-1F0C-4FC0-C1E048A70FA1}"/>
                    </a:ext>
                  </a:extLst>
                </p:cNvPr>
                <p:cNvCxnSpPr/>
                <p:nvPr/>
              </p:nvCxnSpPr>
              <p:spPr>
                <a:xfrm>
                  <a:off x="10902153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39" name="Straight Connector 42">
                  <a:extLst>
                    <a:ext uri="{FF2B5EF4-FFF2-40B4-BE49-F238E27FC236}">
                      <a16:creationId xmlns:a16="http://schemas.microsoft.com/office/drawing/2014/main" id="{D944C517-B39B-FF0C-F61D-7929B98D6306}"/>
                    </a:ext>
                  </a:extLst>
                </p:cNvPr>
                <p:cNvCxnSpPr/>
                <p:nvPr/>
              </p:nvCxnSpPr>
              <p:spPr>
                <a:xfrm>
                  <a:off x="9001015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40" name="Straight Connector 43">
                  <a:extLst>
                    <a:ext uri="{FF2B5EF4-FFF2-40B4-BE49-F238E27FC236}">
                      <a16:creationId xmlns:a16="http://schemas.microsoft.com/office/drawing/2014/main" id="{4BEA6508-1208-B9C0-6E13-43CDB366DD73}"/>
                    </a:ext>
                  </a:extLst>
                </p:cNvPr>
                <p:cNvCxnSpPr/>
                <p:nvPr/>
              </p:nvCxnSpPr>
              <p:spPr>
                <a:xfrm>
                  <a:off x="9476302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41" name="Straight Connector 44">
                  <a:extLst>
                    <a:ext uri="{FF2B5EF4-FFF2-40B4-BE49-F238E27FC236}">
                      <a16:creationId xmlns:a16="http://schemas.microsoft.com/office/drawing/2014/main" id="{37A80796-3B64-E9B1-79CA-6E51E6C1E07F}"/>
                    </a:ext>
                  </a:extLst>
                </p:cNvPr>
                <p:cNvCxnSpPr/>
                <p:nvPr/>
              </p:nvCxnSpPr>
              <p:spPr>
                <a:xfrm>
                  <a:off x="9951588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42" name="Straight Connector 45">
                  <a:extLst>
                    <a:ext uri="{FF2B5EF4-FFF2-40B4-BE49-F238E27FC236}">
                      <a16:creationId xmlns:a16="http://schemas.microsoft.com/office/drawing/2014/main" id="{F5A9897E-F91B-9BDC-1AE1-42E6B46F452A}"/>
                    </a:ext>
                  </a:extLst>
                </p:cNvPr>
                <p:cNvCxnSpPr/>
                <p:nvPr/>
              </p:nvCxnSpPr>
              <p:spPr>
                <a:xfrm>
                  <a:off x="10426866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  <p:cxnSp>
              <p:nvCxnSpPr>
                <p:cNvPr id="43" name="Straight Connector 46">
                  <a:extLst>
                    <a:ext uri="{FF2B5EF4-FFF2-40B4-BE49-F238E27FC236}">
                      <a16:creationId xmlns:a16="http://schemas.microsoft.com/office/drawing/2014/main" id="{091E75CF-2E0A-AAB1-B921-9705A5BD2C36}"/>
                    </a:ext>
                  </a:extLst>
                </p:cNvPr>
                <p:cNvCxnSpPr/>
                <p:nvPr/>
              </p:nvCxnSpPr>
              <p:spPr>
                <a:xfrm>
                  <a:off x="8525737" y="4622063"/>
                  <a:ext cx="0" cy="144000"/>
                </a:xfrm>
                <a:prstGeom prst="straightConnector1">
                  <a:avLst/>
                </a:prstGeom>
                <a:noFill/>
                <a:ln w="19046" cap="flat">
                  <a:solidFill>
                    <a:srgbClr val="000000"/>
                  </a:solidFill>
                  <a:prstDash val="solid"/>
                  <a:miter/>
                </a:ln>
              </p:spPr>
            </p:cxnSp>
          </p:grpSp>
        </p:grpSp>
      </p:grpSp>
      <p:sp>
        <p:nvSpPr>
          <p:cNvPr id="44" name="Oval 52">
            <a:extLst>
              <a:ext uri="{FF2B5EF4-FFF2-40B4-BE49-F238E27FC236}">
                <a16:creationId xmlns:a16="http://schemas.microsoft.com/office/drawing/2014/main" id="{6C4FF61A-9AC5-98F7-AAFC-93649B335EBF}"/>
              </a:ext>
            </a:extLst>
          </p:cNvPr>
          <p:cNvSpPr/>
          <p:nvPr/>
        </p:nvSpPr>
        <p:spPr>
          <a:xfrm>
            <a:off x="3823234" y="2546128"/>
            <a:ext cx="179999" cy="17999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45" name="Group 55">
            <a:extLst>
              <a:ext uri="{FF2B5EF4-FFF2-40B4-BE49-F238E27FC236}">
                <a16:creationId xmlns:a16="http://schemas.microsoft.com/office/drawing/2014/main" id="{4FC26F21-1A74-33AA-6516-32F765067C52}"/>
              </a:ext>
            </a:extLst>
          </p:cNvPr>
          <p:cNvGrpSpPr/>
          <p:nvPr/>
        </p:nvGrpSpPr>
        <p:grpSpPr>
          <a:xfrm>
            <a:off x="4267120" y="2636023"/>
            <a:ext cx="768060" cy="0"/>
            <a:chOff x="4267120" y="2636023"/>
            <a:chExt cx="768060" cy="0"/>
          </a:xfrm>
        </p:grpSpPr>
        <p:cxnSp>
          <p:nvCxnSpPr>
            <p:cNvPr id="46" name="Straight Arrow Connector 48">
              <a:extLst>
                <a:ext uri="{FF2B5EF4-FFF2-40B4-BE49-F238E27FC236}">
                  <a16:creationId xmlns:a16="http://schemas.microsoft.com/office/drawing/2014/main" id="{CE47DEB9-0C15-7504-F6BF-46C7DFCD04E7}"/>
                </a:ext>
              </a:extLst>
            </p:cNvPr>
            <p:cNvCxnSpPr/>
            <p:nvPr/>
          </p:nvCxnSpPr>
          <p:spPr>
            <a:xfrm>
              <a:off x="4267120" y="2636023"/>
              <a:ext cx="288000" cy="0"/>
            </a:xfrm>
            <a:prstGeom prst="straightConnector1">
              <a:avLst/>
            </a:prstGeom>
            <a:noFill/>
            <a:ln w="38103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  <p:cxnSp>
          <p:nvCxnSpPr>
            <p:cNvPr id="47" name="Straight Arrow Connector 54">
              <a:extLst>
                <a:ext uri="{FF2B5EF4-FFF2-40B4-BE49-F238E27FC236}">
                  <a16:creationId xmlns:a16="http://schemas.microsoft.com/office/drawing/2014/main" id="{85124E54-FBCC-8116-4BF2-AE53E636EB4B}"/>
                </a:ext>
              </a:extLst>
            </p:cNvPr>
            <p:cNvCxnSpPr/>
            <p:nvPr/>
          </p:nvCxnSpPr>
          <p:spPr>
            <a:xfrm>
              <a:off x="4747180" y="2636023"/>
              <a:ext cx="288000" cy="0"/>
            </a:xfrm>
            <a:prstGeom prst="straightConnector1">
              <a:avLst/>
            </a:prstGeom>
            <a:noFill/>
            <a:ln w="38103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</p:grpSp>
      <p:cxnSp>
        <p:nvCxnSpPr>
          <p:cNvPr id="48" name="Straight Arrow Connector 57">
            <a:extLst>
              <a:ext uri="{FF2B5EF4-FFF2-40B4-BE49-F238E27FC236}">
                <a16:creationId xmlns:a16="http://schemas.microsoft.com/office/drawing/2014/main" id="{7CEA8E9D-8AF2-4D18-9E19-DF1A5E87D55C}"/>
              </a:ext>
            </a:extLst>
          </p:cNvPr>
          <p:cNvCxnSpPr/>
          <p:nvPr/>
        </p:nvCxnSpPr>
        <p:spPr>
          <a:xfrm flipH="1">
            <a:off x="3278425" y="2636023"/>
            <a:ext cx="288000" cy="0"/>
          </a:xfrm>
          <a:prstGeom prst="straightConnector1">
            <a:avLst/>
          </a:prstGeom>
          <a:noFill/>
          <a:ln w="38103" cap="flat">
            <a:solidFill>
              <a:srgbClr val="6666FF"/>
            </a:solidFill>
            <a:prstDash val="solid"/>
            <a:miter/>
            <a:tailEnd type="arrow"/>
          </a:ln>
        </p:spPr>
      </p:cxnSp>
      <p:cxnSp>
        <p:nvCxnSpPr>
          <p:cNvPr id="49" name="Straight Arrow Connector 58">
            <a:extLst>
              <a:ext uri="{FF2B5EF4-FFF2-40B4-BE49-F238E27FC236}">
                <a16:creationId xmlns:a16="http://schemas.microsoft.com/office/drawing/2014/main" id="{F84F82E5-7017-B8A0-28BB-FF2542A2CA1B}"/>
              </a:ext>
            </a:extLst>
          </p:cNvPr>
          <p:cNvCxnSpPr/>
          <p:nvPr/>
        </p:nvCxnSpPr>
        <p:spPr>
          <a:xfrm flipH="1">
            <a:off x="2798365" y="2636023"/>
            <a:ext cx="288000" cy="0"/>
          </a:xfrm>
          <a:prstGeom prst="straightConnector1">
            <a:avLst/>
          </a:prstGeom>
          <a:noFill/>
          <a:ln w="38103" cap="flat">
            <a:solidFill>
              <a:srgbClr val="6666FF"/>
            </a:solidFill>
            <a:prstDash val="solid"/>
            <a:miter/>
            <a:tailEnd type="arrow"/>
          </a:ln>
        </p:spPr>
      </p:cxnSp>
      <p:grpSp>
        <p:nvGrpSpPr>
          <p:cNvPr id="50" name="Group 67">
            <a:extLst>
              <a:ext uri="{FF2B5EF4-FFF2-40B4-BE49-F238E27FC236}">
                <a16:creationId xmlns:a16="http://schemas.microsoft.com/office/drawing/2014/main" id="{BD638E3F-E224-A7BC-B43E-B026ECE01D36}"/>
              </a:ext>
            </a:extLst>
          </p:cNvPr>
          <p:cNvGrpSpPr/>
          <p:nvPr/>
        </p:nvGrpSpPr>
        <p:grpSpPr>
          <a:xfrm>
            <a:off x="4032659" y="4629186"/>
            <a:ext cx="1439997" cy="0"/>
            <a:chOff x="4032659" y="4629186"/>
            <a:chExt cx="1439997" cy="0"/>
          </a:xfrm>
        </p:grpSpPr>
        <p:cxnSp>
          <p:nvCxnSpPr>
            <p:cNvPr id="51" name="Straight Arrow Connector 60">
              <a:extLst>
                <a:ext uri="{FF2B5EF4-FFF2-40B4-BE49-F238E27FC236}">
                  <a16:creationId xmlns:a16="http://schemas.microsoft.com/office/drawing/2014/main" id="{39D9F27D-E1DB-97E5-A5B0-869CA1F6DBAD}"/>
                </a:ext>
              </a:extLst>
            </p:cNvPr>
            <p:cNvCxnSpPr/>
            <p:nvPr/>
          </p:nvCxnSpPr>
          <p:spPr>
            <a:xfrm>
              <a:off x="4409538" y="4629186"/>
              <a:ext cx="471401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  <p:cxnSp>
          <p:nvCxnSpPr>
            <p:cNvPr id="52" name="Straight Arrow Connector 61">
              <a:extLst>
                <a:ext uri="{FF2B5EF4-FFF2-40B4-BE49-F238E27FC236}">
                  <a16:creationId xmlns:a16="http://schemas.microsoft.com/office/drawing/2014/main" id="{A1D742BF-B1CE-1FC9-3E26-3E991F9D32DB}"/>
                </a:ext>
              </a:extLst>
            </p:cNvPr>
            <p:cNvCxnSpPr/>
            <p:nvPr/>
          </p:nvCxnSpPr>
          <p:spPr>
            <a:xfrm>
              <a:off x="4880939" y="4629186"/>
              <a:ext cx="591717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  <p:cxnSp>
          <p:nvCxnSpPr>
            <p:cNvPr id="53" name="Straight Arrow Connector 64">
              <a:extLst>
                <a:ext uri="{FF2B5EF4-FFF2-40B4-BE49-F238E27FC236}">
                  <a16:creationId xmlns:a16="http://schemas.microsoft.com/office/drawing/2014/main" id="{A92F167B-8FD3-2CA5-E67D-427611802453}"/>
                </a:ext>
              </a:extLst>
            </p:cNvPr>
            <p:cNvCxnSpPr/>
            <p:nvPr/>
          </p:nvCxnSpPr>
          <p:spPr>
            <a:xfrm>
              <a:off x="4032659" y="4629186"/>
              <a:ext cx="376879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</p:grpSp>
      <p:sp>
        <p:nvSpPr>
          <p:cNvPr id="54" name="Oval 68">
            <a:extLst>
              <a:ext uri="{FF2B5EF4-FFF2-40B4-BE49-F238E27FC236}">
                <a16:creationId xmlns:a16="http://schemas.microsoft.com/office/drawing/2014/main" id="{CD2184A6-2E27-8625-6D18-F238EB178FF8}"/>
              </a:ext>
            </a:extLst>
          </p:cNvPr>
          <p:cNvSpPr/>
          <p:nvPr/>
        </p:nvSpPr>
        <p:spPr>
          <a:xfrm>
            <a:off x="3825246" y="4540727"/>
            <a:ext cx="179999" cy="17999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FFFFFF"/>
          </a:solidFill>
          <a:ln w="19046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55" name="Group 69">
            <a:extLst>
              <a:ext uri="{FF2B5EF4-FFF2-40B4-BE49-F238E27FC236}">
                <a16:creationId xmlns:a16="http://schemas.microsoft.com/office/drawing/2014/main" id="{140207BC-BB3E-8903-9306-14A4643E823D}"/>
              </a:ext>
            </a:extLst>
          </p:cNvPr>
          <p:cNvGrpSpPr/>
          <p:nvPr/>
        </p:nvGrpSpPr>
        <p:grpSpPr>
          <a:xfrm>
            <a:off x="2355933" y="4629186"/>
            <a:ext cx="1439997" cy="0"/>
            <a:chOff x="2355933" y="4629186"/>
            <a:chExt cx="1439997" cy="0"/>
          </a:xfrm>
        </p:grpSpPr>
        <p:cxnSp>
          <p:nvCxnSpPr>
            <p:cNvPr id="56" name="Straight Arrow Connector 70">
              <a:extLst>
                <a:ext uri="{FF2B5EF4-FFF2-40B4-BE49-F238E27FC236}">
                  <a16:creationId xmlns:a16="http://schemas.microsoft.com/office/drawing/2014/main" id="{6B82C69C-B803-3E78-9992-9CC2ACD1CDF3}"/>
                </a:ext>
              </a:extLst>
            </p:cNvPr>
            <p:cNvCxnSpPr/>
            <p:nvPr/>
          </p:nvCxnSpPr>
          <p:spPr>
            <a:xfrm flipH="1">
              <a:off x="2947650" y="4629186"/>
              <a:ext cx="471401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  <p:cxnSp>
          <p:nvCxnSpPr>
            <p:cNvPr id="57" name="Straight Arrow Connector 71">
              <a:extLst>
                <a:ext uri="{FF2B5EF4-FFF2-40B4-BE49-F238E27FC236}">
                  <a16:creationId xmlns:a16="http://schemas.microsoft.com/office/drawing/2014/main" id="{3828E8D9-3ECB-8CEA-2D93-D369B7CD107B}"/>
                </a:ext>
              </a:extLst>
            </p:cNvPr>
            <p:cNvCxnSpPr/>
            <p:nvPr/>
          </p:nvCxnSpPr>
          <p:spPr>
            <a:xfrm flipH="1">
              <a:off x="2355933" y="4629186"/>
              <a:ext cx="591717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  <p:cxnSp>
          <p:nvCxnSpPr>
            <p:cNvPr id="58" name="Straight Arrow Connector 72">
              <a:extLst>
                <a:ext uri="{FF2B5EF4-FFF2-40B4-BE49-F238E27FC236}">
                  <a16:creationId xmlns:a16="http://schemas.microsoft.com/office/drawing/2014/main" id="{8C12DADB-CE8B-3E17-A1BB-044E78DAD008}"/>
                </a:ext>
              </a:extLst>
            </p:cNvPr>
            <p:cNvCxnSpPr/>
            <p:nvPr/>
          </p:nvCxnSpPr>
          <p:spPr>
            <a:xfrm flipH="1">
              <a:off x="3419051" y="4629186"/>
              <a:ext cx="376879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</p:grpSp>
      <p:sp>
        <p:nvSpPr>
          <p:cNvPr id="59" name="Oval 74">
            <a:extLst>
              <a:ext uri="{FF2B5EF4-FFF2-40B4-BE49-F238E27FC236}">
                <a16:creationId xmlns:a16="http://schemas.microsoft.com/office/drawing/2014/main" id="{966B5DA4-7D3B-F14B-0AD6-B6B033934A61}"/>
              </a:ext>
            </a:extLst>
          </p:cNvPr>
          <p:cNvSpPr/>
          <p:nvPr/>
        </p:nvSpPr>
        <p:spPr>
          <a:xfrm>
            <a:off x="9382155" y="2546430"/>
            <a:ext cx="179999" cy="17999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0" name="Oval 76">
            <a:extLst>
              <a:ext uri="{FF2B5EF4-FFF2-40B4-BE49-F238E27FC236}">
                <a16:creationId xmlns:a16="http://schemas.microsoft.com/office/drawing/2014/main" id="{97A1199C-4433-B0E8-4E25-1BD49327A2CA}"/>
              </a:ext>
            </a:extLst>
          </p:cNvPr>
          <p:cNvSpPr/>
          <p:nvPr/>
        </p:nvSpPr>
        <p:spPr>
          <a:xfrm>
            <a:off x="9385959" y="4537774"/>
            <a:ext cx="179999" cy="17999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61" name="Group 77">
            <a:extLst>
              <a:ext uri="{FF2B5EF4-FFF2-40B4-BE49-F238E27FC236}">
                <a16:creationId xmlns:a16="http://schemas.microsoft.com/office/drawing/2014/main" id="{674FB11E-2866-9C05-8BFB-2EDEB6228ECD}"/>
              </a:ext>
            </a:extLst>
          </p:cNvPr>
          <p:cNvGrpSpPr/>
          <p:nvPr/>
        </p:nvGrpSpPr>
        <p:grpSpPr>
          <a:xfrm>
            <a:off x="9825035" y="2634121"/>
            <a:ext cx="768069" cy="0"/>
            <a:chOff x="9825035" y="2634121"/>
            <a:chExt cx="768069" cy="0"/>
          </a:xfrm>
        </p:grpSpPr>
        <p:cxnSp>
          <p:nvCxnSpPr>
            <p:cNvPr id="62" name="Straight Arrow Connector 78">
              <a:extLst>
                <a:ext uri="{FF2B5EF4-FFF2-40B4-BE49-F238E27FC236}">
                  <a16:creationId xmlns:a16="http://schemas.microsoft.com/office/drawing/2014/main" id="{0E13584F-EEC6-9287-2365-536E32ECA2F5}"/>
                </a:ext>
              </a:extLst>
            </p:cNvPr>
            <p:cNvCxnSpPr/>
            <p:nvPr/>
          </p:nvCxnSpPr>
          <p:spPr>
            <a:xfrm flipH="1">
              <a:off x="10305095" y="2634121"/>
              <a:ext cx="288009" cy="0"/>
            </a:xfrm>
            <a:prstGeom prst="straightConnector1">
              <a:avLst/>
            </a:prstGeom>
            <a:noFill/>
            <a:ln w="38103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  <p:cxnSp>
          <p:nvCxnSpPr>
            <p:cNvPr id="63" name="Straight Arrow Connector 79">
              <a:extLst>
                <a:ext uri="{FF2B5EF4-FFF2-40B4-BE49-F238E27FC236}">
                  <a16:creationId xmlns:a16="http://schemas.microsoft.com/office/drawing/2014/main" id="{7B7C9360-7296-68E9-48CE-A3F1FA25CF1E}"/>
                </a:ext>
              </a:extLst>
            </p:cNvPr>
            <p:cNvCxnSpPr/>
            <p:nvPr/>
          </p:nvCxnSpPr>
          <p:spPr>
            <a:xfrm flipH="1">
              <a:off x="9825035" y="2634121"/>
              <a:ext cx="288009" cy="0"/>
            </a:xfrm>
            <a:prstGeom prst="straightConnector1">
              <a:avLst/>
            </a:prstGeom>
            <a:noFill/>
            <a:ln w="38103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</p:grpSp>
      <p:grpSp>
        <p:nvGrpSpPr>
          <p:cNvPr id="64" name="Group 80">
            <a:extLst>
              <a:ext uri="{FF2B5EF4-FFF2-40B4-BE49-F238E27FC236}">
                <a16:creationId xmlns:a16="http://schemas.microsoft.com/office/drawing/2014/main" id="{B5FB0D48-FA48-5312-00FE-01C1FFC055D7}"/>
              </a:ext>
            </a:extLst>
          </p:cNvPr>
          <p:cNvGrpSpPr/>
          <p:nvPr/>
        </p:nvGrpSpPr>
        <p:grpSpPr>
          <a:xfrm>
            <a:off x="8356280" y="2634121"/>
            <a:ext cx="768069" cy="0"/>
            <a:chOff x="8356280" y="2634121"/>
            <a:chExt cx="768069" cy="0"/>
          </a:xfrm>
        </p:grpSpPr>
        <p:cxnSp>
          <p:nvCxnSpPr>
            <p:cNvPr id="65" name="Straight Arrow Connector 81">
              <a:extLst>
                <a:ext uri="{FF2B5EF4-FFF2-40B4-BE49-F238E27FC236}">
                  <a16:creationId xmlns:a16="http://schemas.microsoft.com/office/drawing/2014/main" id="{4F05E732-9E1C-7A86-1614-96474D253625}"/>
                </a:ext>
              </a:extLst>
            </p:cNvPr>
            <p:cNvCxnSpPr/>
            <p:nvPr/>
          </p:nvCxnSpPr>
          <p:spPr>
            <a:xfrm>
              <a:off x="8356280" y="2634121"/>
              <a:ext cx="288009" cy="0"/>
            </a:xfrm>
            <a:prstGeom prst="straightConnector1">
              <a:avLst/>
            </a:prstGeom>
            <a:noFill/>
            <a:ln w="38103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  <p:cxnSp>
          <p:nvCxnSpPr>
            <p:cNvPr id="66" name="Straight Arrow Connector 82">
              <a:extLst>
                <a:ext uri="{FF2B5EF4-FFF2-40B4-BE49-F238E27FC236}">
                  <a16:creationId xmlns:a16="http://schemas.microsoft.com/office/drawing/2014/main" id="{D2FBC8A8-C1D2-738C-2360-D100D8FC6820}"/>
                </a:ext>
              </a:extLst>
            </p:cNvPr>
            <p:cNvCxnSpPr/>
            <p:nvPr/>
          </p:nvCxnSpPr>
          <p:spPr>
            <a:xfrm>
              <a:off x="8836340" y="2634121"/>
              <a:ext cx="288009" cy="0"/>
            </a:xfrm>
            <a:prstGeom prst="straightConnector1">
              <a:avLst/>
            </a:prstGeom>
            <a:noFill/>
            <a:ln w="38103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</p:grpSp>
      <p:grpSp>
        <p:nvGrpSpPr>
          <p:cNvPr id="67" name="Group 91">
            <a:extLst>
              <a:ext uri="{FF2B5EF4-FFF2-40B4-BE49-F238E27FC236}">
                <a16:creationId xmlns:a16="http://schemas.microsoft.com/office/drawing/2014/main" id="{9BD0E693-8884-30ED-3E28-DCC50F13CA3E}"/>
              </a:ext>
            </a:extLst>
          </p:cNvPr>
          <p:cNvGrpSpPr/>
          <p:nvPr/>
        </p:nvGrpSpPr>
        <p:grpSpPr>
          <a:xfrm>
            <a:off x="9594625" y="4627760"/>
            <a:ext cx="1439997" cy="0"/>
            <a:chOff x="9594625" y="4627760"/>
            <a:chExt cx="1439997" cy="0"/>
          </a:xfrm>
        </p:grpSpPr>
        <p:cxnSp>
          <p:nvCxnSpPr>
            <p:cNvPr id="68" name="Straight Arrow Connector 92">
              <a:extLst>
                <a:ext uri="{FF2B5EF4-FFF2-40B4-BE49-F238E27FC236}">
                  <a16:creationId xmlns:a16="http://schemas.microsoft.com/office/drawing/2014/main" id="{BED32285-9168-880E-AE7C-29F9361BAC42}"/>
                </a:ext>
              </a:extLst>
            </p:cNvPr>
            <p:cNvCxnSpPr/>
            <p:nvPr/>
          </p:nvCxnSpPr>
          <p:spPr>
            <a:xfrm flipH="1">
              <a:off x="10186342" y="4627760"/>
              <a:ext cx="471401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  <p:cxnSp>
          <p:nvCxnSpPr>
            <p:cNvPr id="69" name="Straight Arrow Connector 93">
              <a:extLst>
                <a:ext uri="{FF2B5EF4-FFF2-40B4-BE49-F238E27FC236}">
                  <a16:creationId xmlns:a16="http://schemas.microsoft.com/office/drawing/2014/main" id="{24D7E8DF-E299-7D63-6C34-CA93A6651020}"/>
                </a:ext>
              </a:extLst>
            </p:cNvPr>
            <p:cNvCxnSpPr/>
            <p:nvPr/>
          </p:nvCxnSpPr>
          <p:spPr>
            <a:xfrm flipH="1">
              <a:off x="9594625" y="4627760"/>
              <a:ext cx="591717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  <p:cxnSp>
          <p:nvCxnSpPr>
            <p:cNvPr id="70" name="Straight Arrow Connector 94">
              <a:extLst>
                <a:ext uri="{FF2B5EF4-FFF2-40B4-BE49-F238E27FC236}">
                  <a16:creationId xmlns:a16="http://schemas.microsoft.com/office/drawing/2014/main" id="{612987BD-85BA-24AC-F3DB-22EB8C6F48C1}"/>
                </a:ext>
              </a:extLst>
            </p:cNvPr>
            <p:cNvCxnSpPr/>
            <p:nvPr/>
          </p:nvCxnSpPr>
          <p:spPr>
            <a:xfrm flipH="1">
              <a:off x="10657752" y="4627760"/>
              <a:ext cx="376870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</p:grpSp>
      <p:grpSp>
        <p:nvGrpSpPr>
          <p:cNvPr id="71" name="Group 95">
            <a:extLst>
              <a:ext uri="{FF2B5EF4-FFF2-40B4-BE49-F238E27FC236}">
                <a16:creationId xmlns:a16="http://schemas.microsoft.com/office/drawing/2014/main" id="{6C641A36-DB48-D39C-F890-F2476B4324D4}"/>
              </a:ext>
            </a:extLst>
          </p:cNvPr>
          <p:cNvGrpSpPr/>
          <p:nvPr/>
        </p:nvGrpSpPr>
        <p:grpSpPr>
          <a:xfrm>
            <a:off x="7915997" y="4627760"/>
            <a:ext cx="1439997" cy="0"/>
            <a:chOff x="7915997" y="4627760"/>
            <a:chExt cx="1439997" cy="0"/>
          </a:xfrm>
        </p:grpSpPr>
        <p:cxnSp>
          <p:nvCxnSpPr>
            <p:cNvPr id="72" name="Straight Arrow Connector 96">
              <a:extLst>
                <a:ext uri="{FF2B5EF4-FFF2-40B4-BE49-F238E27FC236}">
                  <a16:creationId xmlns:a16="http://schemas.microsoft.com/office/drawing/2014/main" id="{04841191-D9BF-7CAE-5D1F-32CA34315D8C}"/>
                </a:ext>
              </a:extLst>
            </p:cNvPr>
            <p:cNvCxnSpPr/>
            <p:nvPr/>
          </p:nvCxnSpPr>
          <p:spPr>
            <a:xfrm>
              <a:off x="8292867" y="4627760"/>
              <a:ext cx="471410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  <p:cxnSp>
          <p:nvCxnSpPr>
            <p:cNvPr id="73" name="Straight Arrow Connector 97">
              <a:extLst>
                <a:ext uri="{FF2B5EF4-FFF2-40B4-BE49-F238E27FC236}">
                  <a16:creationId xmlns:a16="http://schemas.microsoft.com/office/drawing/2014/main" id="{978FA33A-BF35-88D4-3798-D05A508BF780}"/>
                </a:ext>
              </a:extLst>
            </p:cNvPr>
            <p:cNvCxnSpPr/>
            <p:nvPr/>
          </p:nvCxnSpPr>
          <p:spPr>
            <a:xfrm>
              <a:off x="8764277" y="4627760"/>
              <a:ext cx="591717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  <p:cxnSp>
          <p:nvCxnSpPr>
            <p:cNvPr id="74" name="Straight Arrow Connector 98">
              <a:extLst>
                <a:ext uri="{FF2B5EF4-FFF2-40B4-BE49-F238E27FC236}">
                  <a16:creationId xmlns:a16="http://schemas.microsoft.com/office/drawing/2014/main" id="{54D84BCA-3F85-7319-C013-09E694608E54}"/>
                </a:ext>
              </a:extLst>
            </p:cNvPr>
            <p:cNvCxnSpPr/>
            <p:nvPr/>
          </p:nvCxnSpPr>
          <p:spPr>
            <a:xfrm>
              <a:off x="7915997" y="4627760"/>
              <a:ext cx="376870" cy="0"/>
            </a:xfrm>
            <a:prstGeom prst="straightConnector1">
              <a:avLst/>
            </a:prstGeom>
            <a:noFill/>
            <a:ln w="76196" cap="flat">
              <a:solidFill>
                <a:srgbClr val="6666FF"/>
              </a:solidFill>
              <a:prstDash val="solid"/>
              <a:miter/>
              <a:tailEnd type="arrow"/>
            </a:ln>
          </p:spPr>
        </p:cxnSp>
      </p:grpSp>
      <p:sp>
        <p:nvSpPr>
          <p:cNvPr id="75" name="TextBox 99">
            <a:extLst>
              <a:ext uri="{FF2B5EF4-FFF2-40B4-BE49-F238E27FC236}">
                <a16:creationId xmlns:a16="http://schemas.microsoft.com/office/drawing/2014/main" id="{9DCF7861-8265-84F9-3639-FFAD6F6A8F97}"/>
              </a:ext>
            </a:extLst>
          </p:cNvPr>
          <p:cNvSpPr txBox="1"/>
          <p:nvPr/>
        </p:nvSpPr>
        <p:spPr>
          <a:xfrm>
            <a:off x="1012633" y="1745671"/>
            <a:ext cx="217600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 little bit unstable</a:t>
            </a:r>
          </a:p>
        </p:txBody>
      </p:sp>
      <p:sp>
        <p:nvSpPr>
          <p:cNvPr id="76" name="TextBox 100">
            <a:extLst>
              <a:ext uri="{FF2B5EF4-FFF2-40B4-BE49-F238E27FC236}">
                <a16:creationId xmlns:a16="http://schemas.microsoft.com/office/drawing/2014/main" id="{ECED1584-A8D0-7665-F79B-805994019B06}"/>
              </a:ext>
            </a:extLst>
          </p:cNvPr>
          <p:cNvSpPr txBox="1"/>
          <p:nvPr/>
        </p:nvSpPr>
        <p:spPr>
          <a:xfrm>
            <a:off x="1007348" y="3923498"/>
            <a:ext cx="217600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Very unstable!</a:t>
            </a:r>
          </a:p>
        </p:txBody>
      </p:sp>
      <p:sp>
        <p:nvSpPr>
          <p:cNvPr id="77" name="TextBox 101">
            <a:extLst>
              <a:ext uri="{FF2B5EF4-FFF2-40B4-BE49-F238E27FC236}">
                <a16:creationId xmlns:a16="http://schemas.microsoft.com/office/drawing/2014/main" id="{90D9031E-450C-98D7-1D2B-C177B8D92914}"/>
              </a:ext>
            </a:extLst>
          </p:cNvPr>
          <p:cNvSpPr txBox="1"/>
          <p:nvPr/>
        </p:nvSpPr>
        <p:spPr>
          <a:xfrm>
            <a:off x="7016428" y="3923498"/>
            <a:ext cx="217600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Very stable</a:t>
            </a:r>
          </a:p>
        </p:txBody>
      </p:sp>
      <p:sp>
        <p:nvSpPr>
          <p:cNvPr id="78" name="TextBox 102">
            <a:extLst>
              <a:ext uri="{FF2B5EF4-FFF2-40B4-BE49-F238E27FC236}">
                <a16:creationId xmlns:a16="http://schemas.microsoft.com/office/drawing/2014/main" id="{8FF36014-B742-A6E9-AD47-F8216DFECCF5}"/>
              </a:ext>
            </a:extLst>
          </p:cNvPr>
          <p:cNvSpPr txBox="1"/>
          <p:nvPr/>
        </p:nvSpPr>
        <p:spPr>
          <a:xfrm>
            <a:off x="7296143" y="1822655"/>
            <a:ext cx="217600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 little bit stable</a:t>
            </a:r>
          </a:p>
        </p:txBody>
      </p:sp>
      <p:sp>
        <p:nvSpPr>
          <p:cNvPr id="79" name="TextBox 103">
            <a:extLst>
              <a:ext uri="{FF2B5EF4-FFF2-40B4-BE49-F238E27FC236}">
                <a16:creationId xmlns:a16="http://schemas.microsoft.com/office/drawing/2014/main" id="{B71A50FB-059C-A6CF-7765-A25ABD29E69D}"/>
              </a:ext>
            </a:extLst>
          </p:cNvPr>
          <p:cNvSpPr txBox="1"/>
          <p:nvPr/>
        </p:nvSpPr>
        <p:spPr>
          <a:xfrm>
            <a:off x="646883" y="5531351"/>
            <a:ext cx="10433038" cy="1477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The derivative of the function around a fixed point tell us how stable it is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	negative derivative = stable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	positive derivative = unstable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FB93-2BFC-5F9D-FA81-966FE7D994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292" y="217645"/>
            <a:ext cx="10515600" cy="696755"/>
          </a:xfrm>
        </p:spPr>
        <p:txBody>
          <a:bodyPr/>
          <a:lstStyle/>
          <a:p>
            <a:pPr lvl="0"/>
            <a:r>
              <a:rPr lang="en-GB" dirty="0">
                <a:solidFill>
                  <a:schemeClr val="accent1"/>
                </a:solidFill>
              </a:rPr>
              <a:t>The Leaky Integrate-and-Fire (LIF)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6D98E-D790-11BE-30AD-46E406E69EA8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312002" y="1690689"/>
                <a:ext cx="3764292" cy="1425577"/>
              </a:xfrm>
            </p:spPr>
            <p:txBody>
              <a:bodyPr/>
              <a:lstStyle/>
              <a:p>
                <a:pPr marL="0" lvl="0" indent="0">
                  <a:buNone/>
                </a:pPr>
                <a:endParaRPr lang="en-GB" dirty="0">
                  <a:solidFill>
                    <a:schemeClr val="accent1"/>
                  </a:solidFill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GB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e>
                      </m:d>
                      <m:r>
                        <a:rPr lang="en-GB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6D98E-D790-11BE-30AD-46E406E69EA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002" y="1690689"/>
                <a:ext cx="3764292" cy="142557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A3D22E89-A2A9-8375-151D-082387FE4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077" r="8647"/>
          <a:stretch>
            <a:fillRect/>
          </a:stretch>
        </p:blipFill>
        <p:spPr>
          <a:xfrm>
            <a:off x="4521205" y="1455176"/>
            <a:ext cx="7277508" cy="531321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F254-16E9-22CE-B18C-53469A6E6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417" y="163139"/>
            <a:ext cx="11119457" cy="1057936"/>
          </a:xfrm>
        </p:spPr>
        <p:txBody>
          <a:bodyPr/>
          <a:lstStyle/>
          <a:p>
            <a:pPr lvl="0"/>
            <a:r>
              <a:rPr lang="en-GB" dirty="0">
                <a:solidFill>
                  <a:schemeClr val="accent1"/>
                </a:solidFill>
              </a:rPr>
              <a:t>The Newton–Raphson method</a:t>
            </a: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D4B58B4A-8682-E7F8-CE2B-7010C099654F}"/>
              </a:ext>
            </a:extLst>
          </p:cNvPr>
          <p:cNvGrpSpPr/>
          <p:nvPr/>
        </p:nvGrpSpPr>
        <p:grpSpPr>
          <a:xfrm>
            <a:off x="6096002" y="2362690"/>
            <a:ext cx="3600002" cy="3600002"/>
            <a:chOff x="6096002" y="2362690"/>
            <a:chExt cx="3600002" cy="3600002"/>
          </a:xfrm>
        </p:grpSpPr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id="{5172E0E3-AE4C-BB09-0EF9-CA2F74B49C31}"/>
                </a:ext>
              </a:extLst>
            </p:cNvPr>
            <p:cNvGrpSpPr/>
            <p:nvPr/>
          </p:nvGrpSpPr>
          <p:grpSpPr>
            <a:xfrm>
              <a:off x="6096002" y="2362690"/>
              <a:ext cx="3600002" cy="3600002"/>
              <a:chOff x="6096002" y="2362690"/>
              <a:chExt cx="3600002" cy="3600002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13EE1C93-D403-8310-561C-A827BF4AB6BB}"/>
                  </a:ext>
                </a:extLst>
              </p:cNvPr>
              <p:cNvCxnSpPr/>
              <p:nvPr/>
            </p:nvCxnSpPr>
            <p:spPr>
              <a:xfrm>
                <a:off x="6096003" y="2362690"/>
                <a:ext cx="0" cy="3600002"/>
              </a:xfrm>
              <a:prstGeom prst="straightConnector1">
                <a:avLst/>
              </a:prstGeom>
              <a:noFill/>
              <a:ln w="38103" cap="flat">
                <a:solidFill>
                  <a:srgbClr val="000000"/>
                </a:solidFill>
                <a:prstDash val="solid"/>
                <a:miter/>
              </a:ln>
            </p:spPr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8B30193-F943-98A9-69AD-C1F7DD9C754E}"/>
                  </a:ext>
                </a:extLst>
              </p:cNvPr>
              <p:cNvCxnSpPr/>
              <p:nvPr/>
            </p:nvCxnSpPr>
            <p:spPr>
              <a:xfrm rot="5400013">
                <a:off x="7896003" y="4162691"/>
                <a:ext cx="0" cy="3600002"/>
              </a:xfrm>
              <a:prstGeom prst="straightConnector1">
                <a:avLst/>
              </a:prstGeom>
              <a:noFill/>
              <a:ln w="38103" cap="flat">
                <a:solidFill>
                  <a:srgbClr val="000000"/>
                </a:solidFill>
                <a:prstDash val="solid"/>
                <a:miter/>
              </a:ln>
            </p:spPr>
          </p:cxnSp>
        </p:grpSp>
        <p:sp>
          <p:nvSpPr>
            <p:cNvPr id="7" name="Free-form: Shape 8">
              <a:extLst>
                <a:ext uri="{FF2B5EF4-FFF2-40B4-BE49-F238E27FC236}">
                  <a16:creationId xmlns:a16="http://schemas.microsoft.com/office/drawing/2014/main" id="{EC9579A3-171C-4414-4289-63FE06DB8F9A}"/>
                </a:ext>
              </a:extLst>
            </p:cNvPr>
            <p:cNvSpPr/>
            <p:nvPr/>
          </p:nvSpPr>
          <p:spPr>
            <a:xfrm>
              <a:off x="6096003" y="2362690"/>
              <a:ext cx="3599992" cy="360000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48840"/>
                <a:gd name="f7" fmla="val 524933"/>
                <a:gd name="f8" fmla="val 2142066"/>
                <a:gd name="f9" fmla="val 953347"/>
                <a:gd name="f10" fmla="val 1952413"/>
                <a:gd name="f11" fmla="val 1234440"/>
                <a:gd name="f12" fmla="val 1747520"/>
                <a:gd name="f13" fmla="val 1515533"/>
                <a:gd name="f14" fmla="val 1542627"/>
                <a:gd name="f15" fmla="val 1271693"/>
                <a:gd name="f16" fmla="val 1899920"/>
                <a:gd name="f17" fmla="val 980440"/>
                <a:gd name="f18" fmla="val 2052320"/>
                <a:gd name="f19" fmla="val 689187"/>
                <a:gd name="f20" fmla="val 2125980"/>
                <a:gd name="f21" fmla="val 354753"/>
                <a:gd name="f22" fmla="+- 0 0 -90"/>
                <a:gd name="f23" fmla="*/ f3 1 2148840"/>
                <a:gd name="f24" fmla="*/ f4 1 2148840"/>
                <a:gd name="f25" fmla="val f5"/>
                <a:gd name="f26" fmla="val f6"/>
                <a:gd name="f27" fmla="*/ f22 f0 1"/>
                <a:gd name="f28" fmla="+- f26 0 f25"/>
                <a:gd name="f29" fmla="*/ f27 1 f2"/>
                <a:gd name="f30" fmla="*/ f28 1 2148840"/>
                <a:gd name="f31" fmla="*/ 0 f28 1"/>
                <a:gd name="f32" fmla="*/ 2148840 f28 1"/>
                <a:gd name="f33" fmla="*/ 1234440 f28 1"/>
                <a:gd name="f34" fmla="*/ 1747520 f28 1"/>
                <a:gd name="f35" fmla="*/ 1899920 f28 1"/>
                <a:gd name="f36" fmla="*/ 980440 f28 1"/>
                <a:gd name="f37" fmla="+- f29 0 f1"/>
                <a:gd name="f38" fmla="*/ f31 1 2148840"/>
                <a:gd name="f39" fmla="*/ f32 1 2148840"/>
                <a:gd name="f40" fmla="*/ f33 1 2148840"/>
                <a:gd name="f41" fmla="*/ f34 1 2148840"/>
                <a:gd name="f42" fmla="*/ f35 1 2148840"/>
                <a:gd name="f43" fmla="*/ f36 1 2148840"/>
                <a:gd name="f44" fmla="*/ f25 1 f30"/>
                <a:gd name="f45" fmla="*/ f26 1 f30"/>
                <a:gd name="f46" fmla="*/ f38 1 f30"/>
                <a:gd name="f47" fmla="*/ f39 1 f30"/>
                <a:gd name="f48" fmla="*/ f40 1 f30"/>
                <a:gd name="f49" fmla="*/ f41 1 f30"/>
                <a:gd name="f50" fmla="*/ f42 1 f30"/>
                <a:gd name="f51" fmla="*/ f43 1 f30"/>
                <a:gd name="f52" fmla="*/ f44 f23 1"/>
                <a:gd name="f53" fmla="*/ f45 f23 1"/>
                <a:gd name="f54" fmla="*/ f45 f24 1"/>
                <a:gd name="f55" fmla="*/ f44 f24 1"/>
                <a:gd name="f56" fmla="*/ f46 f23 1"/>
                <a:gd name="f57" fmla="*/ f47 f24 1"/>
                <a:gd name="f58" fmla="*/ f48 f23 1"/>
                <a:gd name="f59" fmla="*/ f49 f24 1"/>
                <a:gd name="f60" fmla="*/ f50 f23 1"/>
                <a:gd name="f61" fmla="*/ f51 f24 1"/>
                <a:gd name="f62" fmla="*/ f47 f23 1"/>
                <a:gd name="f63" fmla="*/ f46 f2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56" y="f57"/>
                </a:cxn>
                <a:cxn ang="f37">
                  <a:pos x="f58" y="f59"/>
                </a:cxn>
                <a:cxn ang="f37">
                  <a:pos x="f60" y="f61"/>
                </a:cxn>
                <a:cxn ang="f37">
                  <a:pos x="f62" y="f63"/>
                </a:cxn>
              </a:cxnLst>
              <a:rect l="f52" t="f55" r="f53" b="f54"/>
              <a:pathLst>
                <a:path w="2148840" h="2148840">
                  <a:moveTo>
                    <a:pt x="f5" y="f6"/>
                  </a:moveTo>
                  <a:cubicBezTo>
                    <a:pt x="f7" y="f8"/>
                    <a:pt x="f9" y="f10"/>
                    <a:pt x="f11" y="f12"/>
                  </a:cubicBezTo>
                  <a:cubicBezTo>
                    <a:pt x="f13" y="f14"/>
                    <a:pt x="f12" y="f15"/>
                    <a:pt x="f16" y="f17"/>
                  </a:cubicBezTo>
                  <a:cubicBezTo>
                    <a:pt x="f18" y="f19"/>
                    <a:pt x="f20" y="f21"/>
                    <a:pt x="f6" y="f5"/>
                  </a:cubicBezTo>
                </a:path>
              </a:pathLst>
            </a:custGeom>
            <a:noFill/>
            <a:ln w="19046" cap="flat">
              <a:solidFill>
                <a:srgbClr val="6666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E76EF027-8A48-8D1A-552F-D968649A8F6F}"/>
              </a:ext>
            </a:extLst>
          </p:cNvPr>
          <p:cNvSpPr txBox="1"/>
          <p:nvPr/>
        </p:nvSpPr>
        <p:spPr>
          <a:xfrm>
            <a:off x="501447" y="2143435"/>
            <a:ext cx="214342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Take an initial guess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E8369144-7D59-BB67-DC8F-7F43BA16C0BF}"/>
              </a:ext>
            </a:extLst>
          </p:cNvPr>
          <p:cNvSpPr txBox="1"/>
          <p:nvPr/>
        </p:nvSpPr>
        <p:spPr>
          <a:xfrm>
            <a:off x="501447" y="2780845"/>
            <a:ext cx="2143426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Get the tangent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D8D22EB5-23D0-973D-827E-D5BBDE0B1A51}"/>
              </a:ext>
            </a:extLst>
          </p:cNvPr>
          <p:cNvSpPr txBox="1"/>
          <p:nvPr/>
        </p:nvSpPr>
        <p:spPr>
          <a:xfrm>
            <a:off x="501447" y="3418255"/>
            <a:ext cx="4375358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Find X-intercept of the tangent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EF3BA4DB-11B9-954C-6982-77F73C7B3B73}"/>
              </a:ext>
            </a:extLst>
          </p:cNvPr>
          <p:cNvSpPr txBox="1"/>
          <p:nvPr/>
        </p:nvSpPr>
        <p:spPr>
          <a:xfrm>
            <a:off x="501447" y="4055665"/>
            <a:ext cx="4375358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Use this as the next guess, and repeat</a:t>
            </a:r>
          </a:p>
        </p:txBody>
      </p:sp>
      <p:sp>
        <p:nvSpPr>
          <p:cNvPr id="12" name="Free-form: Shape 5">
            <a:extLst>
              <a:ext uri="{FF2B5EF4-FFF2-40B4-BE49-F238E27FC236}">
                <a16:creationId xmlns:a16="http://schemas.microsoft.com/office/drawing/2014/main" id="{282B322F-5D4C-96DD-4279-F17A21758376}"/>
              </a:ext>
            </a:extLst>
          </p:cNvPr>
          <p:cNvSpPr/>
          <p:nvPr/>
        </p:nvSpPr>
        <p:spPr>
          <a:xfrm>
            <a:off x="129387" y="2965508"/>
            <a:ext cx="372060" cy="127481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72063"/>
              <a:gd name="f7" fmla="val 945658"/>
              <a:gd name="f8" fmla="val 354304"/>
              <a:gd name="f9" fmla="val 281381"/>
              <a:gd name="f10" fmla="val 917800"/>
              <a:gd name="f11" fmla="val 198503"/>
              <a:gd name="f12" fmla="val 870424"/>
              <a:gd name="f13" fmla="val 155446"/>
              <a:gd name="f14" fmla="val 824149"/>
              <a:gd name="f15" fmla="val 112389"/>
              <a:gd name="f16" fmla="val 777874"/>
              <a:gd name="f17" fmla="val 76143"/>
              <a:gd name="f18" fmla="val 733767"/>
              <a:gd name="f19" fmla="val 50241"/>
              <a:gd name="f20" fmla="val 678572"/>
              <a:gd name="f21" fmla="val 24339"/>
              <a:gd name="f22" fmla="val 623377"/>
              <a:gd name="f23" fmla="val 998"/>
              <a:gd name="f24" fmla="val 559156"/>
              <a:gd name="f25" fmla="val 35"/>
              <a:gd name="f26" fmla="val 492976"/>
              <a:gd name="f27" fmla="+- 0 0 928"/>
              <a:gd name="f28" fmla="val 426796"/>
              <a:gd name="f29" fmla="val 18000"/>
              <a:gd name="f30" fmla="val 340389"/>
              <a:gd name="f31" fmla="val 44465"/>
              <a:gd name="f32" fmla="val 281492"/>
              <a:gd name="f33" fmla="val 74740"/>
              <a:gd name="f34" fmla="val 206746"/>
              <a:gd name="f35" fmla="val 125499"/>
              <a:gd name="f36" fmla="val 156701"/>
              <a:gd name="f37" fmla="val 183591"/>
              <a:gd name="f38" fmla="val 100698"/>
              <a:gd name="f39" fmla="val 253113"/>
              <a:gd name="f40" fmla="val 51739"/>
              <a:gd name="f41" fmla="val 299059"/>
              <a:gd name="f42" fmla="val 22408"/>
              <a:gd name="f43" fmla="+- 0 0 -90"/>
              <a:gd name="f44" fmla="*/ f3 1 372063"/>
              <a:gd name="f45" fmla="*/ f4 1 945658"/>
              <a:gd name="f46" fmla="+- f7 0 f5"/>
              <a:gd name="f47" fmla="+- f6 0 f5"/>
              <a:gd name="f48" fmla="*/ f43 f0 1"/>
              <a:gd name="f49" fmla="*/ f47 1 372063"/>
              <a:gd name="f50" fmla="*/ f46 1 945658"/>
              <a:gd name="f51" fmla="*/ 354304 f47 1"/>
              <a:gd name="f52" fmla="*/ 945658 f46 1"/>
              <a:gd name="f53" fmla="*/ 155446 f47 1"/>
              <a:gd name="f54" fmla="*/ 824149 f46 1"/>
              <a:gd name="f55" fmla="*/ 50241 f47 1"/>
              <a:gd name="f56" fmla="*/ 678572 f46 1"/>
              <a:gd name="f57" fmla="*/ 35 f47 1"/>
              <a:gd name="f58" fmla="*/ 492976 f46 1"/>
              <a:gd name="f59" fmla="*/ 44465 f47 1"/>
              <a:gd name="f60" fmla="*/ 281492 f46 1"/>
              <a:gd name="f61" fmla="*/ 183591 f47 1"/>
              <a:gd name="f62" fmla="*/ 100698 f46 1"/>
              <a:gd name="f63" fmla="*/ 372063 f47 1"/>
              <a:gd name="f64" fmla="*/ 0 f46 1"/>
              <a:gd name="f65" fmla="*/ f48 1 f2"/>
              <a:gd name="f66" fmla="*/ f51 1 372063"/>
              <a:gd name="f67" fmla="*/ f52 1 945658"/>
              <a:gd name="f68" fmla="*/ f53 1 372063"/>
              <a:gd name="f69" fmla="*/ f54 1 945658"/>
              <a:gd name="f70" fmla="*/ f55 1 372063"/>
              <a:gd name="f71" fmla="*/ f56 1 945658"/>
              <a:gd name="f72" fmla="*/ f57 1 372063"/>
              <a:gd name="f73" fmla="*/ f58 1 945658"/>
              <a:gd name="f74" fmla="*/ f59 1 372063"/>
              <a:gd name="f75" fmla="*/ f60 1 945658"/>
              <a:gd name="f76" fmla="*/ f61 1 372063"/>
              <a:gd name="f77" fmla="*/ f62 1 945658"/>
              <a:gd name="f78" fmla="*/ f63 1 372063"/>
              <a:gd name="f79" fmla="*/ f64 1 945658"/>
              <a:gd name="f80" fmla="*/ f5 1 f49"/>
              <a:gd name="f81" fmla="*/ f6 1 f49"/>
              <a:gd name="f82" fmla="*/ f5 1 f50"/>
              <a:gd name="f83" fmla="*/ f7 1 f50"/>
              <a:gd name="f84" fmla="+- f65 0 f1"/>
              <a:gd name="f85" fmla="*/ f66 1 f49"/>
              <a:gd name="f86" fmla="*/ f67 1 f50"/>
              <a:gd name="f87" fmla="*/ f68 1 f49"/>
              <a:gd name="f88" fmla="*/ f69 1 f50"/>
              <a:gd name="f89" fmla="*/ f70 1 f49"/>
              <a:gd name="f90" fmla="*/ f71 1 f50"/>
              <a:gd name="f91" fmla="*/ f72 1 f49"/>
              <a:gd name="f92" fmla="*/ f73 1 f50"/>
              <a:gd name="f93" fmla="*/ f74 1 f49"/>
              <a:gd name="f94" fmla="*/ f75 1 f50"/>
              <a:gd name="f95" fmla="*/ f76 1 f49"/>
              <a:gd name="f96" fmla="*/ f77 1 f50"/>
              <a:gd name="f97" fmla="*/ f78 1 f49"/>
              <a:gd name="f98" fmla="*/ f79 1 f50"/>
              <a:gd name="f99" fmla="*/ f80 f44 1"/>
              <a:gd name="f100" fmla="*/ f81 f44 1"/>
              <a:gd name="f101" fmla="*/ f83 f45 1"/>
              <a:gd name="f102" fmla="*/ f82 f45 1"/>
              <a:gd name="f103" fmla="*/ f85 f44 1"/>
              <a:gd name="f104" fmla="*/ f86 f45 1"/>
              <a:gd name="f105" fmla="*/ f87 f44 1"/>
              <a:gd name="f106" fmla="*/ f88 f45 1"/>
              <a:gd name="f107" fmla="*/ f89 f44 1"/>
              <a:gd name="f108" fmla="*/ f90 f45 1"/>
              <a:gd name="f109" fmla="*/ f91 f44 1"/>
              <a:gd name="f110" fmla="*/ f92 f45 1"/>
              <a:gd name="f111" fmla="*/ f93 f44 1"/>
              <a:gd name="f112" fmla="*/ f94 f45 1"/>
              <a:gd name="f113" fmla="*/ f95 f44 1"/>
              <a:gd name="f114" fmla="*/ f96 f45 1"/>
              <a:gd name="f115" fmla="*/ f97 f44 1"/>
              <a:gd name="f116" fmla="*/ f98 f4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84">
                <a:pos x="f103" y="f104"/>
              </a:cxn>
              <a:cxn ang="f84">
                <a:pos x="f105" y="f106"/>
              </a:cxn>
              <a:cxn ang="f84">
                <a:pos x="f107" y="f108"/>
              </a:cxn>
              <a:cxn ang="f84">
                <a:pos x="f109" y="f110"/>
              </a:cxn>
              <a:cxn ang="f84">
                <a:pos x="f111" y="f112"/>
              </a:cxn>
              <a:cxn ang="f84">
                <a:pos x="f113" y="f114"/>
              </a:cxn>
              <a:cxn ang="f84">
                <a:pos x="f115" y="f116"/>
              </a:cxn>
            </a:cxnLst>
            <a:rect l="f99" t="f102" r="f100" b="f101"/>
            <a:pathLst>
              <a:path w="372063" h="945658">
                <a:moveTo>
                  <a:pt x="f8" y="f7"/>
                </a:moveTo>
                <a:cubicBezTo>
                  <a:pt x="f9" y="f10"/>
                  <a:pt x="f11" y="f12"/>
                  <a:pt x="f13" y="f14"/>
                </a:cubicBezTo>
                <a:cubicBezTo>
                  <a:pt x="f15" y="f16"/>
                  <a:pt x="f17" y="f18"/>
                  <a:pt x="f19" y="f20"/>
                </a:cubicBezTo>
                <a:cubicBezTo>
                  <a:pt x="f21" y="f22"/>
                  <a:pt x="f23" y="f24"/>
                  <a:pt x="f25" y="f26"/>
                </a:cubicBezTo>
                <a:cubicBezTo>
                  <a:pt x="f27" y="f28"/>
                  <a:pt x="f29" y="f30"/>
                  <a:pt x="f31" y="f32"/>
                </a:cubicBezTo>
                <a:cubicBezTo>
                  <a:pt x="f33" y="f34"/>
                  <a:pt x="f35" y="f36"/>
                  <a:pt x="f37" y="f38"/>
                </a:cubicBezTo>
                <a:cubicBezTo>
                  <a:pt x="f39" y="f40"/>
                  <a:pt x="f41" y="f42"/>
                  <a:pt x="f6" y="f5"/>
                </a:cubicBezTo>
              </a:path>
            </a:pathLst>
          </a:custGeom>
          <a:noFill/>
          <a:ln w="19046" cap="flat">
            <a:solidFill>
              <a:srgbClr val="6666FF"/>
            </a:solidFill>
            <a:prstDash val="solid"/>
            <a:miter/>
            <a:tailEnd type="arrow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cxnSp>
        <p:nvCxnSpPr>
          <p:cNvPr id="13" name="Straight Connector 18">
            <a:extLst>
              <a:ext uri="{FF2B5EF4-FFF2-40B4-BE49-F238E27FC236}">
                <a16:creationId xmlns:a16="http://schemas.microsoft.com/office/drawing/2014/main" id="{A2FFBA95-752C-026B-0D49-8ECC94B1A950}"/>
              </a:ext>
            </a:extLst>
          </p:cNvPr>
          <p:cNvCxnSpPr/>
          <p:nvPr/>
        </p:nvCxnSpPr>
        <p:spPr>
          <a:xfrm flipH="1">
            <a:off x="9056373" y="2090931"/>
            <a:ext cx="737939" cy="4108701"/>
          </a:xfrm>
          <a:prstGeom prst="straightConnector1">
            <a:avLst/>
          </a:prstGeom>
          <a:noFill/>
          <a:ln w="19046" cap="flat">
            <a:solidFill>
              <a:srgbClr val="E97132"/>
            </a:solidFill>
            <a:prstDash val="solid"/>
            <a:miter/>
          </a:ln>
        </p:spPr>
      </p:cxnSp>
      <p:sp>
        <p:nvSpPr>
          <p:cNvPr id="14" name="Oval 22">
            <a:extLst>
              <a:ext uri="{FF2B5EF4-FFF2-40B4-BE49-F238E27FC236}">
                <a16:creationId xmlns:a16="http://schemas.microsoft.com/office/drawing/2014/main" id="{E665380A-ADDB-D0F7-763C-334B68721151}"/>
              </a:ext>
            </a:extLst>
          </p:cNvPr>
          <p:cNvSpPr/>
          <p:nvPr/>
        </p:nvSpPr>
        <p:spPr>
          <a:xfrm>
            <a:off x="9033147" y="5896782"/>
            <a:ext cx="143999" cy="14399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A6A6A6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15" name="Group 56">
            <a:extLst>
              <a:ext uri="{FF2B5EF4-FFF2-40B4-BE49-F238E27FC236}">
                <a16:creationId xmlns:a16="http://schemas.microsoft.com/office/drawing/2014/main" id="{7CF032CB-EBFC-D8B6-00CD-B8F721A86E58}"/>
              </a:ext>
            </a:extLst>
          </p:cNvPr>
          <p:cNvGrpSpPr/>
          <p:nvPr/>
        </p:nvGrpSpPr>
        <p:grpSpPr>
          <a:xfrm>
            <a:off x="7816592" y="2407916"/>
            <a:ext cx="2534068" cy="3866477"/>
            <a:chOff x="7816592" y="2407916"/>
            <a:chExt cx="2534068" cy="3866477"/>
          </a:xfrm>
        </p:grpSpPr>
        <p:cxnSp>
          <p:nvCxnSpPr>
            <p:cNvPr id="16" name="Straight Connector 26">
              <a:extLst>
                <a:ext uri="{FF2B5EF4-FFF2-40B4-BE49-F238E27FC236}">
                  <a16:creationId xmlns:a16="http://schemas.microsoft.com/office/drawing/2014/main" id="{30F3ECE9-7774-8AA8-343F-9AB472C46991}"/>
                </a:ext>
              </a:extLst>
            </p:cNvPr>
            <p:cNvCxnSpPr/>
            <p:nvPr/>
          </p:nvCxnSpPr>
          <p:spPr>
            <a:xfrm flipH="1">
              <a:off x="7816592" y="2407916"/>
              <a:ext cx="2534068" cy="3866477"/>
            </a:xfrm>
            <a:prstGeom prst="straightConnector1">
              <a:avLst/>
            </a:prstGeom>
            <a:noFill/>
            <a:ln w="19046" cap="flat">
              <a:solidFill>
                <a:srgbClr val="E97132"/>
              </a:solidFill>
              <a:prstDash val="solid"/>
              <a:miter/>
            </a:ln>
          </p:spPr>
        </p:cxnSp>
        <p:sp>
          <p:nvSpPr>
            <p:cNvPr id="17" name="Oval 32">
              <a:extLst>
                <a:ext uri="{FF2B5EF4-FFF2-40B4-BE49-F238E27FC236}">
                  <a16:creationId xmlns:a16="http://schemas.microsoft.com/office/drawing/2014/main" id="{7F279C4D-079F-1BDB-5D47-53FB6D6674F6}"/>
                </a:ext>
              </a:extLst>
            </p:cNvPr>
            <p:cNvSpPr/>
            <p:nvPr/>
          </p:nvSpPr>
          <p:spPr>
            <a:xfrm>
              <a:off x="7956852" y="5890692"/>
              <a:ext cx="143999" cy="143999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A6A6A6"/>
            </a:solidFill>
            <a:ln w="19046" cap="flat">
              <a:solidFill>
                <a:srgbClr val="042433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  <p:cxnSp>
          <p:nvCxnSpPr>
            <p:cNvPr id="18" name="Straight Connector 33">
              <a:extLst>
                <a:ext uri="{FF2B5EF4-FFF2-40B4-BE49-F238E27FC236}">
                  <a16:creationId xmlns:a16="http://schemas.microsoft.com/office/drawing/2014/main" id="{823AC3B0-47B0-6566-6C73-D631F79FF5E6}"/>
                </a:ext>
              </a:extLst>
            </p:cNvPr>
            <p:cNvCxnSpPr/>
            <p:nvPr/>
          </p:nvCxnSpPr>
          <p:spPr>
            <a:xfrm flipV="1">
              <a:off x="8028852" y="5382771"/>
              <a:ext cx="0" cy="614385"/>
            </a:xfrm>
            <a:prstGeom prst="straightConnector1">
              <a:avLst/>
            </a:prstGeom>
            <a:noFill/>
            <a:ln w="19046" cap="flat">
              <a:solidFill>
                <a:srgbClr val="A6A6A6"/>
              </a:solidFill>
              <a:custDash>
                <a:ds d="300063" sp="300063"/>
              </a:custDash>
              <a:miter/>
            </a:ln>
          </p:spPr>
        </p:cxnSp>
      </p:grpSp>
      <p:sp>
        <p:nvSpPr>
          <p:cNvPr id="19" name="TextBox 40">
            <a:extLst>
              <a:ext uri="{FF2B5EF4-FFF2-40B4-BE49-F238E27FC236}">
                <a16:creationId xmlns:a16="http://schemas.microsoft.com/office/drawing/2014/main" id="{B0BBDF31-0911-D208-65B3-413C34EC084E}"/>
              </a:ext>
            </a:extLst>
          </p:cNvPr>
          <p:cNvSpPr txBox="1"/>
          <p:nvPr/>
        </p:nvSpPr>
        <p:spPr>
          <a:xfrm>
            <a:off x="501447" y="4713969"/>
            <a:ext cx="4375358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Stop when I basically stop moving</a:t>
            </a:r>
          </a:p>
        </p:txBody>
      </p:sp>
      <p:sp>
        <p:nvSpPr>
          <p:cNvPr id="20" name="Oval 16">
            <a:extLst>
              <a:ext uri="{FF2B5EF4-FFF2-40B4-BE49-F238E27FC236}">
                <a16:creationId xmlns:a16="http://schemas.microsoft.com/office/drawing/2014/main" id="{669EB33E-D188-D0CC-7C18-2C8214D70633}"/>
              </a:ext>
            </a:extLst>
          </p:cNvPr>
          <p:cNvSpPr/>
          <p:nvPr/>
        </p:nvSpPr>
        <p:spPr>
          <a:xfrm>
            <a:off x="9556952" y="2890683"/>
            <a:ext cx="143999" cy="14399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19046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21" name="Group 62">
            <a:extLst>
              <a:ext uri="{FF2B5EF4-FFF2-40B4-BE49-F238E27FC236}">
                <a16:creationId xmlns:a16="http://schemas.microsoft.com/office/drawing/2014/main" id="{C87CF152-2B3A-E3E1-1E35-CCABDC295ED2}"/>
              </a:ext>
            </a:extLst>
          </p:cNvPr>
          <p:cNvGrpSpPr/>
          <p:nvPr/>
        </p:nvGrpSpPr>
        <p:grpSpPr>
          <a:xfrm>
            <a:off x="9027048" y="4240328"/>
            <a:ext cx="143999" cy="1730758"/>
            <a:chOff x="9027048" y="4240328"/>
            <a:chExt cx="143999" cy="1730758"/>
          </a:xfrm>
        </p:grpSpPr>
        <p:cxnSp>
          <p:nvCxnSpPr>
            <p:cNvPr id="22" name="Straight Connector 24">
              <a:extLst>
                <a:ext uri="{FF2B5EF4-FFF2-40B4-BE49-F238E27FC236}">
                  <a16:creationId xmlns:a16="http://schemas.microsoft.com/office/drawing/2014/main" id="{1AA6F8C8-01B8-9721-5F43-AD02016572A9}"/>
                </a:ext>
              </a:extLst>
            </p:cNvPr>
            <p:cNvCxnSpPr/>
            <p:nvPr/>
          </p:nvCxnSpPr>
          <p:spPr>
            <a:xfrm flipV="1">
              <a:off x="9099048" y="4315090"/>
              <a:ext cx="0" cy="1655996"/>
            </a:xfrm>
            <a:prstGeom prst="straightConnector1">
              <a:avLst/>
            </a:prstGeom>
            <a:noFill/>
            <a:ln w="19046" cap="flat">
              <a:solidFill>
                <a:srgbClr val="A6A6A6"/>
              </a:solidFill>
              <a:custDash>
                <a:ds d="300063" sp="300063"/>
              </a:custDash>
              <a:miter/>
            </a:ln>
          </p:spPr>
        </p:cxnSp>
        <p:sp>
          <p:nvSpPr>
            <p:cNvPr id="23" name="Oval 25">
              <a:extLst>
                <a:ext uri="{FF2B5EF4-FFF2-40B4-BE49-F238E27FC236}">
                  <a16:creationId xmlns:a16="http://schemas.microsoft.com/office/drawing/2014/main" id="{C5C03B1A-F84A-3D58-BCCC-BD0AF17228B4}"/>
                </a:ext>
              </a:extLst>
            </p:cNvPr>
            <p:cNvSpPr/>
            <p:nvPr/>
          </p:nvSpPr>
          <p:spPr>
            <a:xfrm>
              <a:off x="9027048" y="4240328"/>
              <a:ext cx="143999" cy="143999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000000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  <p:grpSp>
        <p:nvGrpSpPr>
          <p:cNvPr id="24" name="Group 66">
            <a:extLst>
              <a:ext uri="{FF2B5EF4-FFF2-40B4-BE49-F238E27FC236}">
                <a16:creationId xmlns:a16="http://schemas.microsoft.com/office/drawing/2014/main" id="{519ABAC5-3E5C-0896-E4D7-20F327145A12}"/>
              </a:ext>
            </a:extLst>
          </p:cNvPr>
          <p:cNvGrpSpPr/>
          <p:nvPr/>
        </p:nvGrpSpPr>
        <p:grpSpPr>
          <a:xfrm>
            <a:off x="7055428" y="5083295"/>
            <a:ext cx="1469184" cy="951396"/>
            <a:chOff x="7055428" y="5083295"/>
            <a:chExt cx="1469184" cy="951396"/>
          </a:xfrm>
        </p:grpSpPr>
        <p:grpSp>
          <p:nvGrpSpPr>
            <p:cNvPr id="25" name="Group 63">
              <a:extLst>
                <a:ext uri="{FF2B5EF4-FFF2-40B4-BE49-F238E27FC236}">
                  <a16:creationId xmlns:a16="http://schemas.microsoft.com/office/drawing/2014/main" id="{5F8D0CE2-3C69-9A92-91A0-EE0C0AFD2730}"/>
                </a:ext>
              </a:extLst>
            </p:cNvPr>
            <p:cNvGrpSpPr/>
            <p:nvPr/>
          </p:nvGrpSpPr>
          <p:grpSpPr>
            <a:xfrm>
              <a:off x="7055428" y="5083295"/>
              <a:ext cx="1469184" cy="951396"/>
              <a:chOff x="7055428" y="5083295"/>
              <a:chExt cx="1469184" cy="951396"/>
            </a:xfrm>
          </p:grpSpPr>
          <p:sp>
            <p:nvSpPr>
              <p:cNvPr id="26" name="Oval 36">
                <a:extLst>
                  <a:ext uri="{FF2B5EF4-FFF2-40B4-BE49-F238E27FC236}">
                    <a16:creationId xmlns:a16="http://schemas.microsoft.com/office/drawing/2014/main" id="{266E97C9-89AE-F2FC-5793-9C14B8BEF3DF}"/>
                  </a:ext>
                </a:extLst>
              </p:cNvPr>
              <p:cNvSpPr/>
              <p:nvPr/>
            </p:nvSpPr>
            <p:spPr>
              <a:xfrm>
                <a:off x="7956852" y="5315068"/>
                <a:ext cx="143999" cy="143999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000000"/>
              </a:solidFill>
              <a:ln w="19046" cap="flat">
                <a:solidFill>
                  <a:srgbClr val="000000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  <p:cxnSp>
            <p:nvCxnSpPr>
              <p:cNvPr id="27" name="Straight Connector 35">
                <a:extLst>
                  <a:ext uri="{FF2B5EF4-FFF2-40B4-BE49-F238E27FC236}">
                    <a16:creationId xmlns:a16="http://schemas.microsoft.com/office/drawing/2014/main" id="{FC4D2841-3A24-3441-564F-2287A17F964B}"/>
                  </a:ext>
                </a:extLst>
              </p:cNvPr>
              <p:cNvCxnSpPr/>
              <p:nvPr/>
            </p:nvCxnSpPr>
            <p:spPr>
              <a:xfrm flipH="1">
                <a:off x="7123532" y="5083295"/>
                <a:ext cx="1401080" cy="867254"/>
              </a:xfrm>
              <a:prstGeom prst="straightConnector1">
                <a:avLst/>
              </a:prstGeom>
              <a:noFill/>
              <a:ln w="19046" cap="flat">
                <a:solidFill>
                  <a:srgbClr val="E97132"/>
                </a:solidFill>
                <a:prstDash val="solid"/>
                <a:miter/>
              </a:ln>
            </p:spPr>
          </p:cxnSp>
          <p:sp>
            <p:nvSpPr>
              <p:cNvPr id="28" name="Oval 43">
                <a:extLst>
                  <a:ext uri="{FF2B5EF4-FFF2-40B4-BE49-F238E27FC236}">
                    <a16:creationId xmlns:a16="http://schemas.microsoft.com/office/drawing/2014/main" id="{EF3932D4-C5A4-9F63-4805-15EEFA3D8F76}"/>
                  </a:ext>
                </a:extLst>
              </p:cNvPr>
              <p:cNvSpPr/>
              <p:nvPr/>
            </p:nvSpPr>
            <p:spPr>
              <a:xfrm>
                <a:off x="7055428" y="5890692"/>
                <a:ext cx="143999" cy="143999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A6A6A6"/>
              </a:solidFill>
              <a:ln w="19046" cap="flat">
                <a:solidFill>
                  <a:srgbClr val="042433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</p:grpSp>
        <p:cxnSp>
          <p:nvCxnSpPr>
            <p:cNvPr id="29" name="Straight Connector 64">
              <a:extLst>
                <a:ext uri="{FF2B5EF4-FFF2-40B4-BE49-F238E27FC236}">
                  <a16:creationId xmlns:a16="http://schemas.microsoft.com/office/drawing/2014/main" id="{13131337-A61A-4CB4-EF18-0E1F9D257EF3}"/>
                </a:ext>
              </a:extLst>
            </p:cNvPr>
            <p:cNvCxnSpPr/>
            <p:nvPr/>
          </p:nvCxnSpPr>
          <p:spPr>
            <a:xfrm flipV="1">
              <a:off x="7130427" y="5783269"/>
              <a:ext cx="0" cy="215789"/>
            </a:xfrm>
            <a:prstGeom prst="straightConnector1">
              <a:avLst/>
            </a:prstGeom>
            <a:noFill/>
            <a:ln w="19046" cap="flat">
              <a:solidFill>
                <a:srgbClr val="A6A6A6"/>
              </a:solidFill>
              <a:custDash>
                <a:ds d="300063" sp="300063"/>
              </a:custDash>
              <a:miter/>
            </a:ln>
          </p:spPr>
        </p:cxnSp>
      </p:grpSp>
      <p:grpSp>
        <p:nvGrpSpPr>
          <p:cNvPr id="30" name="Group 67">
            <a:extLst>
              <a:ext uri="{FF2B5EF4-FFF2-40B4-BE49-F238E27FC236}">
                <a16:creationId xmlns:a16="http://schemas.microsoft.com/office/drawing/2014/main" id="{9A716A53-C66D-916E-6963-1593D94BDAEA}"/>
              </a:ext>
            </a:extLst>
          </p:cNvPr>
          <p:cNvGrpSpPr/>
          <p:nvPr/>
        </p:nvGrpSpPr>
        <p:grpSpPr>
          <a:xfrm>
            <a:off x="6492898" y="5600700"/>
            <a:ext cx="1343263" cy="433324"/>
            <a:chOff x="6492898" y="5600700"/>
            <a:chExt cx="1343263" cy="433324"/>
          </a:xfrm>
        </p:grpSpPr>
        <p:grpSp>
          <p:nvGrpSpPr>
            <p:cNvPr id="31" name="Group 59">
              <a:extLst>
                <a:ext uri="{FF2B5EF4-FFF2-40B4-BE49-F238E27FC236}">
                  <a16:creationId xmlns:a16="http://schemas.microsoft.com/office/drawing/2014/main" id="{3C391C73-FAD3-094C-85CB-51726DD43DC5}"/>
                </a:ext>
              </a:extLst>
            </p:cNvPr>
            <p:cNvGrpSpPr/>
            <p:nvPr/>
          </p:nvGrpSpPr>
          <p:grpSpPr>
            <a:xfrm>
              <a:off x="6492898" y="5600700"/>
              <a:ext cx="1343263" cy="433324"/>
              <a:chOff x="6492898" y="5600700"/>
              <a:chExt cx="1343263" cy="433324"/>
            </a:xfrm>
          </p:grpSpPr>
          <p:cxnSp>
            <p:nvCxnSpPr>
              <p:cNvPr id="32" name="Straight Connector 46">
                <a:extLst>
                  <a:ext uri="{FF2B5EF4-FFF2-40B4-BE49-F238E27FC236}">
                    <a16:creationId xmlns:a16="http://schemas.microsoft.com/office/drawing/2014/main" id="{81FDF9D7-4460-F3FB-8CF4-5AD2FCE37F3C}"/>
                  </a:ext>
                </a:extLst>
              </p:cNvPr>
              <p:cNvCxnSpPr/>
              <p:nvPr/>
            </p:nvCxnSpPr>
            <p:spPr>
              <a:xfrm flipH="1">
                <a:off x="6567184" y="5600700"/>
                <a:ext cx="1268977" cy="361325"/>
              </a:xfrm>
              <a:prstGeom prst="straightConnector1">
                <a:avLst/>
              </a:prstGeom>
              <a:noFill/>
              <a:ln w="19046" cap="flat">
                <a:solidFill>
                  <a:srgbClr val="E97132"/>
                </a:solidFill>
                <a:prstDash val="solid"/>
                <a:miter/>
              </a:ln>
            </p:spPr>
          </p:cxnSp>
          <p:sp>
            <p:nvSpPr>
              <p:cNvPr id="33" name="Oval 54">
                <a:extLst>
                  <a:ext uri="{FF2B5EF4-FFF2-40B4-BE49-F238E27FC236}">
                    <a16:creationId xmlns:a16="http://schemas.microsoft.com/office/drawing/2014/main" id="{26368144-64E2-4928-DECE-700DA67C86FD}"/>
                  </a:ext>
                </a:extLst>
              </p:cNvPr>
              <p:cNvSpPr/>
              <p:nvPr/>
            </p:nvSpPr>
            <p:spPr>
              <a:xfrm>
                <a:off x="6492898" y="5890025"/>
                <a:ext cx="143999" cy="143999"/>
              </a:xfrm>
              <a:custGeom>
                <a:avLst/>
                <a:gdLst>
                  <a:gd name="f0" fmla="val 21600000"/>
                  <a:gd name="f1" fmla="val 10800000"/>
                  <a:gd name="f2" fmla="val 5400000"/>
                  <a:gd name="f3" fmla="val 180"/>
                  <a:gd name="f4" fmla="val w"/>
                  <a:gd name="f5" fmla="val h"/>
                  <a:gd name="f6" fmla="val ss"/>
                  <a:gd name="f7" fmla="val 0"/>
                  <a:gd name="f8" fmla="*/ 5419351 1 1725033"/>
                  <a:gd name="f9" fmla="+- 0 0 -360"/>
                  <a:gd name="f10" fmla="+- 0 0 -180"/>
                  <a:gd name="f11" fmla="abs f4"/>
                  <a:gd name="f12" fmla="abs f5"/>
                  <a:gd name="f13" fmla="abs f6"/>
                  <a:gd name="f14" fmla="val f7"/>
                  <a:gd name="f15" fmla="+- 2700000 f2 0"/>
                  <a:gd name="f16" fmla="*/ f9 f1 1"/>
                  <a:gd name="f17" fmla="*/ f10 f1 1"/>
                  <a:gd name="f18" fmla="?: f11 f4 1"/>
                  <a:gd name="f19" fmla="?: f12 f5 1"/>
                  <a:gd name="f20" fmla="?: f13 f6 1"/>
                  <a:gd name="f21" fmla="*/ f15 f8 1"/>
                  <a:gd name="f22" fmla="*/ f16 1 f3"/>
                  <a:gd name="f23" fmla="*/ f17 1 f3"/>
                  <a:gd name="f24" fmla="*/ f18 1 21600"/>
                  <a:gd name="f25" fmla="*/ f19 1 21600"/>
                  <a:gd name="f26" fmla="*/ 21600 f18 1"/>
                  <a:gd name="f27" fmla="*/ 21600 f19 1"/>
                  <a:gd name="f28" fmla="*/ f21 1 f1"/>
                  <a:gd name="f29" fmla="+- f22 0 f2"/>
                  <a:gd name="f30" fmla="+- f23 0 f2"/>
                  <a:gd name="f31" fmla="min f25 f24"/>
                  <a:gd name="f32" fmla="*/ f26 1 f20"/>
                  <a:gd name="f33" fmla="*/ f27 1 f20"/>
                  <a:gd name="f34" fmla="+- 0 0 f28"/>
                  <a:gd name="f35" fmla="val f32"/>
                  <a:gd name="f36" fmla="val f33"/>
                  <a:gd name="f37" fmla="+- 0 0 f34"/>
                  <a:gd name="f38" fmla="*/ f14 f31 1"/>
                  <a:gd name="f39" fmla="+- f36 0 f14"/>
                  <a:gd name="f40" fmla="+- f35 0 f14"/>
                  <a:gd name="f41" fmla="*/ f37 f1 1"/>
                  <a:gd name="f42" fmla="*/ f39 1 2"/>
                  <a:gd name="f43" fmla="*/ f40 1 2"/>
                  <a:gd name="f44" fmla="*/ f41 1 f8"/>
                  <a:gd name="f45" fmla="+- f14 f42 0"/>
                  <a:gd name="f46" fmla="+- f14 f43 0"/>
                  <a:gd name="f47" fmla="+- f44 0 f2"/>
                  <a:gd name="f48" fmla="*/ f43 f31 1"/>
                  <a:gd name="f49" fmla="*/ f42 f31 1"/>
                  <a:gd name="f50" fmla="cos 1 f47"/>
                  <a:gd name="f51" fmla="sin 1 f47"/>
                  <a:gd name="f52" fmla="*/ f45 f31 1"/>
                  <a:gd name="f53" fmla="+- 0 0 f50"/>
                  <a:gd name="f54" fmla="+- 0 0 f51"/>
                  <a:gd name="f55" fmla="+- 0 0 f53"/>
                  <a:gd name="f56" fmla="+- 0 0 f54"/>
                  <a:gd name="f57" fmla="*/ f55 f43 1"/>
                  <a:gd name="f58" fmla="*/ f56 f42 1"/>
                  <a:gd name="f59" fmla="+- f46 0 f57"/>
                  <a:gd name="f60" fmla="+- f46 f57 0"/>
                  <a:gd name="f61" fmla="+- f45 0 f58"/>
                  <a:gd name="f62" fmla="+- f45 f58 0"/>
                  <a:gd name="f63" fmla="*/ f59 f31 1"/>
                  <a:gd name="f64" fmla="*/ f61 f31 1"/>
                  <a:gd name="f65" fmla="*/ f60 f31 1"/>
                  <a:gd name="f66" fmla="*/ f62 f31 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29">
                    <a:pos x="f63" y="f64"/>
                  </a:cxn>
                  <a:cxn ang="f30">
                    <a:pos x="f63" y="f66"/>
                  </a:cxn>
                  <a:cxn ang="f30">
                    <a:pos x="f65" y="f66"/>
                  </a:cxn>
                  <a:cxn ang="f29">
                    <a:pos x="f65" y="f64"/>
                  </a:cxn>
                </a:cxnLst>
                <a:rect l="f63" t="f64" r="f65" b="f66"/>
                <a:pathLst>
                  <a:path>
                    <a:moveTo>
                      <a:pt x="f38" y="f52"/>
                    </a:moveTo>
                    <a:arcTo wR="f48" hR="f49" stAng="f1" swAng="f0"/>
                    <a:close/>
                  </a:path>
                </a:pathLst>
              </a:custGeom>
              <a:solidFill>
                <a:srgbClr val="A6A6A6"/>
              </a:solidFill>
              <a:ln w="19046" cap="flat">
                <a:solidFill>
                  <a:srgbClr val="042433"/>
                </a:solidFill>
                <a:prstDash val="solid"/>
                <a:miter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en-GB" sz="1800" b="0" i="0" u="none" strike="noStrike" kern="1200" cap="none" spc="0" baseline="0">
                  <a:solidFill>
                    <a:srgbClr val="FFFFFF"/>
                  </a:solidFill>
                  <a:uFillTx/>
                  <a:latin typeface="Aptos"/>
                </a:endParaRPr>
              </a:p>
            </p:txBody>
          </p:sp>
        </p:grpSp>
        <p:sp>
          <p:nvSpPr>
            <p:cNvPr id="34" name="Oval 45">
              <a:extLst>
                <a:ext uri="{FF2B5EF4-FFF2-40B4-BE49-F238E27FC236}">
                  <a16:creationId xmlns:a16="http://schemas.microsoft.com/office/drawing/2014/main" id="{7AA2AA45-A6CA-DCE4-5850-A0C6726C0D24}"/>
                </a:ext>
              </a:extLst>
            </p:cNvPr>
            <p:cNvSpPr/>
            <p:nvPr/>
          </p:nvSpPr>
          <p:spPr>
            <a:xfrm>
              <a:off x="7058802" y="5717944"/>
              <a:ext cx="143999" cy="143999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000000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GB" sz="1800" b="0" i="0" u="none" strike="noStrike" kern="1200" cap="none" spc="0" baseline="0">
                <a:solidFill>
                  <a:srgbClr val="FFFFFF"/>
                </a:solidFill>
                <a:uFillTx/>
                <a:latin typeface="Apto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0E69-7308-1AC6-75C4-1A3B021E1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82C1-DD9A-BF99-98E6-EE0163EA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1" y="516024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Equilibria as thresholds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F78AA-5348-082A-2501-C98C9521BB65}"/>
              </a:ext>
            </a:extLst>
          </p:cNvPr>
          <p:cNvSpPr txBox="1"/>
          <p:nvPr/>
        </p:nvSpPr>
        <p:spPr>
          <a:xfrm>
            <a:off x="635943" y="1645308"/>
            <a:ext cx="10108257" cy="1305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In systems having two attractors, unstable equilibria play the role of threshold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E3BA5-9AD5-EFEE-EAA5-4BEB0AA8B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028" y="3429000"/>
            <a:ext cx="73152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61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D3F-D3A0-2D6E-44E9-1EC8E946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A0EA-487D-8329-51FD-ACF2462AD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1" y="516024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Equilibria as thresholds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4598C-1C6F-9352-5988-7BA3AD0C8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1657350"/>
            <a:ext cx="46482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69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84B89-6F7C-4C30-17EF-6B3E6E5CC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63E56-A511-4F5C-4C63-3096E5E6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Bifurcations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B5569-7BF6-A011-40AB-9E18955EF6FF}"/>
              </a:ext>
            </a:extLst>
          </p:cNvPr>
          <p:cNvSpPr txBox="1"/>
          <p:nvPr/>
        </p:nvSpPr>
        <p:spPr>
          <a:xfrm>
            <a:off x="635943" y="1645308"/>
            <a:ext cx="10108257" cy="1305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Bifurcations happen when the parameters of the system change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E42F18-ED4C-0C6A-1CCD-6DF1DC3869CA}"/>
                  </a:ext>
                </a:extLst>
              </p:cNvPr>
              <p:cNvSpPr txBox="1"/>
              <p:nvPr/>
            </p:nvSpPr>
            <p:spPr>
              <a:xfrm>
                <a:off x="635943" y="3261980"/>
                <a:ext cx="10031913" cy="2670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b="0" dirty="0">
                    <a:solidFill>
                      <a:schemeClr val="accent1"/>
                    </a:solidFill>
                  </a:rPr>
                  <a:t>They correspond to the points where fixed points are created or destroyed, or when their stability change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800" dirty="0">
                  <a:solidFill>
                    <a:schemeClr val="accent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b="0" dirty="0">
                    <a:solidFill>
                      <a:schemeClr val="accent1"/>
                    </a:solidFill>
                  </a:rPr>
                  <a:t>An example: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b="0" dirty="0">
                    <a:solidFill>
                      <a:schemeClr val="accent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E42F18-ED4C-0C6A-1CCD-6DF1DC386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43" y="3261980"/>
                <a:ext cx="10031913" cy="2670988"/>
              </a:xfrm>
              <a:prstGeom prst="rect">
                <a:avLst/>
              </a:prstGeom>
              <a:blipFill>
                <a:blip r:embed="rId2"/>
                <a:stretch>
                  <a:fillRect l="-1010" b="-23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84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0"/>
    </mc:Choice>
    <mc:Fallback xmlns=""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5F55-7F18-B179-956E-EFEDECB39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22BB-7015-54C5-77C1-CACD6B7B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Graphical conventions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A3139E-F6BA-8892-71AC-2607B707F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1879600"/>
            <a:ext cx="47625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31982-6E69-3317-EFFC-91597BD9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6311-71F1-3F26-9B45-1CA9EFFE9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Graphical conventions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1A1696-8A2E-0774-F4B7-BDF8B020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0" y="1662043"/>
            <a:ext cx="5562600" cy="4368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65954C-B5A7-A168-6DD1-FE863A64125C}"/>
              </a:ext>
            </a:extLst>
          </p:cNvPr>
          <p:cNvSpPr txBox="1"/>
          <p:nvPr/>
        </p:nvSpPr>
        <p:spPr>
          <a:xfrm>
            <a:off x="557412" y="6157310"/>
            <a:ext cx="4116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1"/>
                </a:solidFill>
              </a:rPr>
              <a:t>This is called a bifurcation diagram</a:t>
            </a:r>
          </a:p>
        </p:txBody>
      </p:sp>
    </p:spTree>
    <p:extLst>
      <p:ext uri="{BB962C8B-B14F-4D97-AF65-F5344CB8AC3E}">
        <p14:creationId xmlns:p14="http://schemas.microsoft.com/office/powerpoint/2010/main" val="2442523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AAC82-A6B7-5C63-320D-AB182872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5206-5D64-6B97-B1DE-12DC41B99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Graphical conventions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D8F983-AB86-DAB0-23C6-192838524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50" y="1733550"/>
            <a:ext cx="48133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53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9492B-BC8C-04E4-3F60-924BBD0E7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8D67E-F82D-D3C0-3A74-B2741321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Prototypical saddle-nodes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34DA8-DB5E-F0B5-0F8E-D850CB55BFF3}"/>
              </a:ext>
            </a:extLst>
          </p:cNvPr>
          <p:cNvSpPr txBox="1"/>
          <p:nvPr/>
        </p:nvSpPr>
        <p:spPr>
          <a:xfrm>
            <a:off x="926386" y="5497167"/>
            <a:ext cx="10108257" cy="1305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These two are representatives of all saddle-nodes!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They are known as </a:t>
            </a:r>
            <a:r>
              <a:rPr lang="en-GB" sz="2800" b="1" dirty="0">
                <a:solidFill>
                  <a:schemeClr val="accent1"/>
                </a:solidFill>
              </a:rPr>
              <a:t>normal forms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D5F7D4-7461-C0A7-6F5E-29CD885F9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269" y="1732538"/>
            <a:ext cx="4470400" cy="3619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FCF5A8-33F3-008A-D086-BAEB65889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920" y="1732538"/>
            <a:ext cx="44704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05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8D097-14E5-89B6-80DD-3F506C59F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D2F0-2900-1FFD-D715-8796BF54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Normal forms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965E33-9749-B7CC-26C8-25CB8D451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630" y="1977614"/>
            <a:ext cx="7300740" cy="425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97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9F3DA-BFD9-3768-D53A-9B48EED6D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490E-0241-0520-5DD4-19F733468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Normal forms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A36B0-1BBC-4B0F-E5E8-5C496820CB2E}"/>
                  </a:ext>
                </a:extLst>
              </p:cNvPr>
              <p:cNvSpPr txBox="1"/>
              <p:nvPr/>
            </p:nvSpPr>
            <p:spPr>
              <a:xfrm>
                <a:off x="635943" y="1645308"/>
                <a:ext cx="10108257" cy="4703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800" dirty="0">
                    <a:solidFill>
                      <a:schemeClr val="accent1"/>
                    </a:solidFill>
                  </a:rPr>
                  <a:t>Example: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sz="28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GB" sz="2800" dirty="0">
                  <a:solidFill>
                    <a:schemeClr val="accent1"/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800" dirty="0">
                    <a:solidFill>
                      <a:schemeClr val="accent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800" dirty="0">
                    <a:solidFill>
                      <a:schemeClr val="accent1"/>
                    </a:solidFill>
                  </a:rPr>
                  <a:t> small, we have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8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8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1 −</m:t>
                          </m:r>
                          <m:r>
                            <a:rPr lang="en-US" sz="2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8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800" b="0" i="1" dirty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b="0" i="1" dirty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b="0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−1 −</m:t>
                      </m:r>
                      <m:f>
                        <m:fPr>
                          <m:ctrlPr>
                            <a:rPr lang="en-US" sz="2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b="0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GB" sz="280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63A36B0-1BBC-4B0F-E5E8-5C496820C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43" y="1645308"/>
                <a:ext cx="10108257" cy="4703082"/>
              </a:xfrm>
              <a:prstGeom prst="rect">
                <a:avLst/>
              </a:prstGeom>
              <a:blipFill>
                <a:blip r:embed="rId2"/>
                <a:stretch>
                  <a:fillRect l="-10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901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9C43C-7F23-34D8-F100-36314CC78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AEF62-5F76-F13C-E397-2BB15B2E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 err="1">
                <a:solidFill>
                  <a:schemeClr val="accent1"/>
                </a:solidFill>
              </a:rPr>
              <a:t>Transcritical</a:t>
            </a:r>
            <a:r>
              <a:rPr lang="en-GB" sz="3600" dirty="0">
                <a:solidFill>
                  <a:schemeClr val="accent1"/>
                </a:solidFill>
              </a:rPr>
              <a:t> bifurcations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C9260-E2A1-08BC-9923-343F82CB4B7E}"/>
              </a:ext>
            </a:extLst>
          </p:cNvPr>
          <p:cNvSpPr txBox="1"/>
          <p:nvPr/>
        </p:nvSpPr>
        <p:spPr>
          <a:xfrm>
            <a:off x="635943" y="1645308"/>
            <a:ext cx="10108257" cy="1305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They are for models that always have fixed points, but that may change their stability</a:t>
            </a:r>
          </a:p>
        </p:txBody>
      </p:sp>
    </p:spTree>
    <p:extLst>
      <p:ext uri="{BB962C8B-B14F-4D97-AF65-F5344CB8AC3E}">
        <p14:creationId xmlns:p14="http://schemas.microsoft.com/office/powerpoint/2010/main" val="3880628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6ABAB-A147-AE46-7494-9023939F3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3957-59EB-F960-A477-98CD2F4C7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Pitchfork bifurcations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5F746-3C09-1E78-37BE-FAD41D2E5C91}"/>
              </a:ext>
            </a:extLst>
          </p:cNvPr>
          <p:cNvSpPr txBox="1"/>
          <p:nvPr/>
        </p:nvSpPr>
        <p:spPr>
          <a:xfrm>
            <a:off x="635943" y="1645308"/>
            <a:ext cx="10108257" cy="1952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Common in problems that have symmetries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accent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Fixed points tend to appear and disappear in pairs</a:t>
            </a:r>
          </a:p>
        </p:txBody>
      </p:sp>
    </p:spTree>
    <p:extLst>
      <p:ext uri="{BB962C8B-B14F-4D97-AF65-F5344CB8AC3E}">
        <p14:creationId xmlns:p14="http://schemas.microsoft.com/office/powerpoint/2010/main" val="1505204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B607-6836-99C2-88FE-DED6B20E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8868-CBFA-4E89-01DD-222D19FD2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Supercritical pitchfork bifurcations</a:t>
            </a:r>
          </a:p>
        </p:txBody>
      </p:sp>
    </p:spTree>
    <p:extLst>
      <p:ext uri="{BB962C8B-B14F-4D97-AF65-F5344CB8AC3E}">
        <p14:creationId xmlns:p14="http://schemas.microsoft.com/office/powerpoint/2010/main" val="745961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A0AE9-070B-8BC5-804A-CDE7577BB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A3D4-973E-B08A-8978-8692D2E45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 fontScale="90000"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Supercritical pitchfork bifurcations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82FD23-3291-EF14-253C-C1D86CEBF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1409700"/>
            <a:ext cx="61341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412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D9B90-29DD-064E-6954-6DB9B478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72885-FDDE-4934-CBFA-3497BA11F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Subcritical pitchfork bifurcations</a:t>
            </a:r>
          </a:p>
        </p:txBody>
      </p:sp>
    </p:spTree>
    <p:extLst>
      <p:ext uri="{BB962C8B-B14F-4D97-AF65-F5344CB8AC3E}">
        <p14:creationId xmlns:p14="http://schemas.microsoft.com/office/powerpoint/2010/main" val="363912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E1A85-A5BC-F7EB-B132-D95626DEB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18F2-AC54-4412-A6BF-49385C977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2" y="516024"/>
            <a:ext cx="7354136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Subcritical pitchfork bifurcations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12C4EC-2CD9-D039-A162-5703E9E91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1409700"/>
            <a:ext cx="61341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10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173A-0787-3810-2299-A7FF57C3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36A8-04A4-C8D7-F8A0-D4C97948C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1" y="516024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Imperfect bifurcations and catastrophes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F28D47-A90B-2E04-11C0-68B92AE6FA7A}"/>
              </a:ext>
            </a:extLst>
          </p:cNvPr>
          <p:cNvSpPr txBox="1"/>
          <p:nvPr/>
        </p:nvSpPr>
        <p:spPr>
          <a:xfrm>
            <a:off x="635943" y="1645308"/>
            <a:ext cx="10108257" cy="65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What if we lose the symmetry?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C39D97-AF01-2C76-01EA-FD445C13901F}"/>
                  </a:ext>
                </a:extLst>
              </p:cNvPr>
              <p:cNvSpPr txBox="1"/>
              <p:nvPr/>
            </p:nvSpPr>
            <p:spPr>
              <a:xfrm>
                <a:off x="635942" y="2473569"/>
                <a:ext cx="10108257" cy="2110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800" dirty="0">
                    <a:solidFill>
                      <a:schemeClr val="accent1"/>
                    </a:solidFill>
                  </a:rPr>
                  <a:t>We add an imperfection parameter </a:t>
                </a:r>
                <a:r>
                  <a:rPr lang="en-GB" sz="2800" i="1" dirty="0">
                    <a:solidFill>
                      <a:schemeClr val="accent1"/>
                    </a:solidFill>
                  </a:rPr>
                  <a:t>h</a:t>
                </a:r>
              </a:p>
              <a:p>
                <a:pPr>
                  <a:lnSpc>
                    <a:spcPct val="150000"/>
                  </a:lnSpc>
                </a:pPr>
                <a:endParaRPr lang="en-GB" sz="2800" i="1" dirty="0">
                  <a:solidFill>
                    <a:schemeClr val="accent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𝑟𝑥</m:t>
                      </m:r>
                      <m:r>
                        <a:rPr lang="en-US" sz="28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lang="en-US" sz="2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2800" i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C39D97-AF01-2C76-01EA-FD445C139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42" y="2473569"/>
                <a:ext cx="10108257" cy="2110193"/>
              </a:xfrm>
              <a:prstGeom prst="rect">
                <a:avLst/>
              </a:prstGeom>
              <a:blipFill>
                <a:blip r:embed="rId2"/>
                <a:stretch>
                  <a:fillRect l="-10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508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84010-CE04-D361-04AC-F73D48A3D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26C9-43B1-D3ED-ECA8-41405927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1" y="516024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Imperfect bifurcations and catastrophes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4A0898-E8ED-4188-53AD-7CD8E4588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1409700"/>
            <a:ext cx="6134100" cy="4038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95C6B7-2E93-7899-C37D-4BEEEA9D926E}"/>
              </a:ext>
            </a:extLst>
          </p:cNvPr>
          <p:cNvSpPr txBox="1"/>
          <p:nvPr/>
        </p:nvSpPr>
        <p:spPr>
          <a:xfrm>
            <a:off x="655821" y="5682436"/>
            <a:ext cx="10108257" cy="65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This is called a </a:t>
            </a:r>
            <a:r>
              <a:rPr lang="en-GB" sz="2800" b="1" dirty="0">
                <a:solidFill>
                  <a:schemeClr val="accent1"/>
                </a:solidFill>
              </a:rPr>
              <a:t>stability diagram</a:t>
            </a:r>
          </a:p>
        </p:txBody>
      </p:sp>
    </p:spTree>
    <p:extLst>
      <p:ext uri="{BB962C8B-B14F-4D97-AF65-F5344CB8AC3E}">
        <p14:creationId xmlns:p14="http://schemas.microsoft.com/office/powerpoint/2010/main" val="2431526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7DB0D-FABB-5FA9-FA38-1C74996C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90E1-D4FE-4ACD-6121-AB1DAE072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1" y="516024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Imperfect bifurcations and catastrophes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7C0541-CC0F-EB13-1C6E-28B13DB8E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58082"/>
            <a:ext cx="7772400" cy="294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579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4C947-89BE-EBD6-107A-646A8F6BB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40E7-8161-89CD-A358-19830C56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1" y="516024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Imperfect bifurcations and catastrophes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8A5312-47F4-0C8F-B60D-6BB4D34DA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58082"/>
            <a:ext cx="7772400" cy="294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804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3D66B-7A2B-E38D-1D3D-4BE77F9F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A857-DDD5-6CD2-F505-255F7AFB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1" y="516024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Imperfect bifurcations and catastrophes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0788B-09CC-024D-F028-B141BB1AF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50" y="1968500"/>
            <a:ext cx="36957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57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0CE44-892D-C564-5A62-24144F6D4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65197-CD2A-3728-BDBB-82F350601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985" y="774846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Back to neuroscience!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8E7935-776A-87B3-F665-4A6E3ED35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0" y="1991139"/>
            <a:ext cx="508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865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9C42A-850F-C5AD-BEE0-F872707C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E936-0D80-A544-4788-1BB2DFCE2E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292" y="217645"/>
            <a:ext cx="10515600" cy="696755"/>
          </a:xfrm>
        </p:spPr>
        <p:txBody>
          <a:bodyPr/>
          <a:lstStyle/>
          <a:p>
            <a:pPr lvl="0"/>
            <a:r>
              <a:rPr lang="en-GB" dirty="0">
                <a:solidFill>
                  <a:schemeClr val="accent1"/>
                </a:solidFill>
              </a:rPr>
              <a:t>Simplified </a:t>
            </a:r>
            <a:r>
              <a:rPr lang="en-GB" dirty="0" err="1">
                <a:solidFill>
                  <a:schemeClr val="accent1"/>
                </a:solidFill>
              </a:rPr>
              <a:t>Hudgkin-Hoxley</a:t>
            </a:r>
            <a:r>
              <a:rPr lang="en-GB" dirty="0">
                <a:solidFill>
                  <a:schemeClr val="accent1"/>
                </a:solidFill>
              </a:rPr>
              <a:t>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0A944D-831B-15E9-D933-533C5C5A7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350" y="2438400"/>
            <a:ext cx="70993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08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609D2-5122-5756-99FE-B4F4403D8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0A46-49D8-EEC7-3E1D-65F61101C3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292" y="217645"/>
            <a:ext cx="10515600" cy="696755"/>
          </a:xfrm>
        </p:spPr>
        <p:txBody>
          <a:bodyPr/>
          <a:lstStyle/>
          <a:p>
            <a:pPr lvl="0"/>
            <a:r>
              <a:rPr lang="en-GB" dirty="0">
                <a:solidFill>
                  <a:schemeClr val="accent1"/>
                </a:solidFill>
              </a:rPr>
              <a:t>Bifurcation of a </a:t>
            </a:r>
            <a:r>
              <a:rPr lang="en-GB" dirty="0" err="1">
                <a:solidFill>
                  <a:schemeClr val="accent1"/>
                </a:solidFill>
              </a:rPr>
              <a:t>persistant</a:t>
            </a:r>
            <a:r>
              <a:rPr lang="en-GB" dirty="0">
                <a:solidFill>
                  <a:schemeClr val="accent1"/>
                </a:solidFill>
              </a:rPr>
              <a:t> Na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95BA67-5A7A-C00C-EB2F-30BF22F9C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87" y="1954797"/>
            <a:ext cx="4483100" cy="321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4BF3A4-00C8-F252-FC9F-469D3AF1F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352" y="2960163"/>
            <a:ext cx="6318423" cy="109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60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81791-2CD1-A54F-F279-190E6288C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28874-DFEC-F427-7F57-F92630C61F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292" y="217645"/>
            <a:ext cx="10515600" cy="696755"/>
          </a:xfrm>
        </p:spPr>
        <p:txBody>
          <a:bodyPr/>
          <a:lstStyle/>
          <a:p>
            <a:pPr lvl="0"/>
            <a:r>
              <a:rPr lang="en-GB" dirty="0">
                <a:solidFill>
                  <a:schemeClr val="accent1"/>
                </a:solidFill>
              </a:rPr>
              <a:t>Bifurcation of a </a:t>
            </a:r>
            <a:r>
              <a:rPr lang="en-GB" dirty="0" err="1">
                <a:solidFill>
                  <a:schemeClr val="accent1"/>
                </a:solidFill>
              </a:rPr>
              <a:t>persistant</a:t>
            </a:r>
            <a:r>
              <a:rPr lang="en-GB" dirty="0">
                <a:solidFill>
                  <a:schemeClr val="accent1"/>
                </a:solidFill>
              </a:rPr>
              <a:t> Na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A122BA-01A5-8FD9-433A-20D56A1AD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0" y="1530350"/>
            <a:ext cx="6883400" cy="37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39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3CCA-829D-6B89-7756-91208837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DB01-0921-BCF0-8AA0-6DF8204BFE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292" y="217645"/>
            <a:ext cx="10515600" cy="696755"/>
          </a:xfrm>
        </p:spPr>
        <p:txBody>
          <a:bodyPr/>
          <a:lstStyle/>
          <a:p>
            <a:pPr lvl="0"/>
            <a:r>
              <a:rPr lang="en-GB" dirty="0">
                <a:solidFill>
                  <a:schemeClr val="accent1"/>
                </a:solidFill>
              </a:rPr>
              <a:t>Bifurcation of a </a:t>
            </a:r>
            <a:r>
              <a:rPr lang="en-GB" dirty="0" err="1">
                <a:solidFill>
                  <a:schemeClr val="accent1"/>
                </a:solidFill>
              </a:rPr>
              <a:t>persistant</a:t>
            </a:r>
            <a:r>
              <a:rPr lang="en-GB" dirty="0">
                <a:solidFill>
                  <a:schemeClr val="accent1"/>
                </a:solidFill>
              </a:rPr>
              <a:t> Na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62260-18F1-5883-3E34-F447C18780DF}"/>
              </a:ext>
            </a:extLst>
          </p:cNvPr>
          <p:cNvSpPr txBox="1"/>
          <p:nvPr/>
        </p:nvSpPr>
        <p:spPr>
          <a:xfrm>
            <a:off x="6219056" y="28738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A96299-4E53-74C3-2BA5-3A3C2355E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250" y="1079693"/>
            <a:ext cx="4929271" cy="556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8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45336-3DCD-E6EE-4D1F-BA9051017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10DC-C93C-3014-AF42-13AC08C0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11" y="516024"/>
            <a:ext cx="8815189" cy="497768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accent1"/>
                </a:solidFill>
              </a:rPr>
              <a:t>The </a:t>
            </a:r>
            <a:r>
              <a:rPr lang="en-GB" sz="3600" dirty="0" err="1">
                <a:solidFill>
                  <a:schemeClr val="accent1"/>
                </a:solidFill>
              </a:rPr>
              <a:t>Hudgkin</a:t>
            </a:r>
            <a:r>
              <a:rPr lang="en-GB" sz="3600" dirty="0">
                <a:solidFill>
                  <a:schemeClr val="accent1"/>
                </a:solidFill>
              </a:rPr>
              <a:t>-Huxley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986EF1-83EA-BB22-A581-267E63ADFBCF}"/>
              </a:ext>
            </a:extLst>
          </p:cNvPr>
          <p:cNvSpPr txBox="1"/>
          <p:nvPr/>
        </p:nvSpPr>
        <p:spPr>
          <a:xfrm>
            <a:off x="635943" y="1645308"/>
            <a:ext cx="10108257" cy="65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accent1"/>
                </a:solidFill>
              </a:rPr>
              <a:t>It’s essentially the sum of three LIFs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E728A-D494-9C71-8D48-525F4208A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850046"/>
            <a:ext cx="7772400" cy="760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312BCD-6CFD-D21B-103D-B3DAE2BB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868268"/>
            <a:ext cx="6700078" cy="268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55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C5838-ECCE-8964-49EB-E0FBA59E2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10675A-C63B-8617-0E90-ABF0AC202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813" y="89261"/>
            <a:ext cx="5278373" cy="667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9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6DF09-40B6-C7D4-43E1-073874DA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470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</p:sld>
</file>

<file path=ppt/theme/theme1.xml><?xml version="1.0" encoding="utf-8"?>
<a:theme xmlns:a="http://schemas.openxmlformats.org/drawingml/2006/main" name="2_Office Theme">
  <a:themeElements>
    <a:clrScheme name="Crick">
      <a:dk1>
        <a:srgbClr val="707173"/>
      </a:dk1>
      <a:lt1>
        <a:srgbClr val="FFFFFF"/>
      </a:lt1>
      <a:dk2>
        <a:srgbClr val="707173"/>
      </a:dk2>
      <a:lt2>
        <a:srgbClr val="FFFFFF"/>
      </a:lt2>
      <a:accent1>
        <a:srgbClr val="000000"/>
      </a:accent1>
      <a:accent2>
        <a:srgbClr val="707173"/>
      </a:accent2>
      <a:accent3>
        <a:srgbClr val="4066AA"/>
      </a:accent3>
      <a:accent4>
        <a:srgbClr val="E3001A"/>
      </a:accent4>
      <a:accent5>
        <a:srgbClr val="BB90BD"/>
      </a:accent5>
      <a:accent6>
        <a:srgbClr val="7AB51D"/>
      </a:accent6>
      <a:hlink>
        <a:srgbClr val="000000"/>
      </a:hlink>
      <a:folHlink>
        <a:srgbClr val="4066AA"/>
      </a:folHlink>
    </a:clrScheme>
    <a:fontScheme name="Crick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ick powerpoint template widescreen_2" id="{94CCBE93-CED1-D744-BE79-7996D376AFEE}" vid="{3B0C5877-D807-BC4E-8015-7A7A5F32B483}"/>
    </a:ext>
  </a:extLst>
</a:theme>
</file>

<file path=ppt/theme/theme2.xml><?xml version="1.0" encoding="utf-8"?>
<a:theme xmlns:a="http://schemas.openxmlformats.org/drawingml/2006/main" name="4_Office Theme">
  <a:themeElements>
    <a:clrScheme name="Crick">
      <a:dk1>
        <a:srgbClr val="707173"/>
      </a:dk1>
      <a:lt1>
        <a:srgbClr val="FFFFFF"/>
      </a:lt1>
      <a:dk2>
        <a:srgbClr val="707173"/>
      </a:dk2>
      <a:lt2>
        <a:srgbClr val="FFFFFF"/>
      </a:lt2>
      <a:accent1>
        <a:srgbClr val="000000"/>
      </a:accent1>
      <a:accent2>
        <a:srgbClr val="707173"/>
      </a:accent2>
      <a:accent3>
        <a:srgbClr val="4066AA"/>
      </a:accent3>
      <a:accent4>
        <a:srgbClr val="E3001A"/>
      </a:accent4>
      <a:accent5>
        <a:srgbClr val="BB90BD"/>
      </a:accent5>
      <a:accent6>
        <a:srgbClr val="7AB51D"/>
      </a:accent6>
      <a:hlink>
        <a:srgbClr val="000000"/>
      </a:hlink>
      <a:folHlink>
        <a:srgbClr val="4066AA"/>
      </a:folHlink>
    </a:clrScheme>
    <a:fontScheme name="Crick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ick powerpoint template widescreen_2" id="{94CCBE93-CED1-D744-BE79-7996D376AFEE}" vid="{3B0C5877-D807-BC4E-8015-7A7A5F32B48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35907</TotalTime>
  <Words>482</Words>
  <Application>Microsoft Macintosh PowerPoint</Application>
  <PresentationFormat>Widescreen</PresentationFormat>
  <Paragraphs>100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Arial</vt:lpstr>
      <vt:lpstr>Calibri</vt:lpstr>
      <vt:lpstr>Cambria Math</vt:lpstr>
      <vt:lpstr>Trebuchet MS</vt:lpstr>
      <vt:lpstr>2_Office Theme</vt:lpstr>
      <vt:lpstr>4_Office Theme</vt:lpstr>
      <vt:lpstr>Dynamical Systems for Neuroscience Week 3: Bifurcations</vt:lpstr>
      <vt:lpstr>Week 3: Bifurcations in One Dimension and Neural Thresholds</vt:lpstr>
      <vt:lpstr>Recap</vt:lpstr>
      <vt:lpstr>Dynamical systems</vt:lpstr>
      <vt:lpstr>PowerPoint Presentation</vt:lpstr>
      <vt:lpstr>PowerPoint Presentation</vt:lpstr>
      <vt:lpstr>PowerPoint Presentation</vt:lpstr>
      <vt:lpstr>The Leaky Integrate-and-Fire (LIF) model</vt:lpstr>
      <vt:lpstr>The Newton–Raphson method</vt:lpstr>
      <vt:lpstr>Equilibria as thresholds</vt:lpstr>
      <vt:lpstr>Equilibria as thresholds</vt:lpstr>
      <vt:lpstr>Bifurcations</vt:lpstr>
      <vt:lpstr>Graphical conventions</vt:lpstr>
      <vt:lpstr>Graphical conventions</vt:lpstr>
      <vt:lpstr>Graphical conventions</vt:lpstr>
      <vt:lpstr>Prototypical saddle-nodes</vt:lpstr>
      <vt:lpstr>Normal forms</vt:lpstr>
      <vt:lpstr>Normal forms</vt:lpstr>
      <vt:lpstr>Transcritical bifurcations</vt:lpstr>
      <vt:lpstr>Pitchfork bifurcations</vt:lpstr>
      <vt:lpstr>Supercritical pitchfork bifurcations</vt:lpstr>
      <vt:lpstr>Supercritical pitchfork bifurcations</vt:lpstr>
      <vt:lpstr>Subcritical pitchfork bifurcations</vt:lpstr>
      <vt:lpstr>Subcritical pitchfork bifurcations</vt:lpstr>
      <vt:lpstr>Imperfect bifurcations and catastrophes</vt:lpstr>
      <vt:lpstr>Imperfect bifurcations and catastrophes</vt:lpstr>
      <vt:lpstr>Imperfect bifurcations and catastrophes</vt:lpstr>
      <vt:lpstr>Imperfect bifurcations and catastrophes</vt:lpstr>
      <vt:lpstr>Imperfect bifurcations and catastrophes</vt:lpstr>
      <vt:lpstr>Back to neuroscience!</vt:lpstr>
      <vt:lpstr>Simplified Hudgkin-Hoxley model</vt:lpstr>
      <vt:lpstr>Bifurcation of a persistant Na model</vt:lpstr>
      <vt:lpstr>Bifurcation of a persistant Na model</vt:lpstr>
      <vt:lpstr>Bifurcation of a persistant Na model</vt:lpstr>
      <vt:lpstr>The Hudgkin-Huxley model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Dissecting midbrain circuits underlying sensorymotor transformations. </dc:title>
  <dc:creator>Florencia Iacaruso</dc:creator>
  <cp:lastModifiedBy>Nicolas Skatchkovsky</cp:lastModifiedBy>
  <cp:revision>147</cp:revision>
  <dcterms:created xsi:type="dcterms:W3CDTF">2023-01-13T09:11:39Z</dcterms:created>
  <dcterms:modified xsi:type="dcterms:W3CDTF">2025-07-22T13:53:10Z</dcterms:modified>
</cp:coreProperties>
</file>